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58" r:id="rId4"/>
    <p:sldId id="257" r:id="rId5"/>
    <p:sldId id="259" r:id="rId6"/>
    <p:sldId id="260" r:id="rId7"/>
    <p:sldId id="261" r:id="rId8"/>
    <p:sldId id="262" r:id="rId9"/>
    <p:sldId id="263" r:id="rId10"/>
    <p:sldId id="266" r:id="rId11"/>
    <p:sldId id="267" r:id="rId12"/>
    <p:sldId id="264" r:id="rId13"/>
    <p:sldId id="265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5" r:id="rId26"/>
    <p:sldId id="280" r:id="rId27"/>
    <p:sldId id="281" r:id="rId28"/>
    <p:sldId id="282" r:id="rId29"/>
    <p:sldId id="283" r:id="rId30"/>
    <p:sldId id="284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EB371-9C9D-48E2-A4A6-42015CF7A8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14ACE4-3C3F-46F6-B65C-1C003FE7D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B7615-8B49-4311-9BB2-A158231F0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C09FA-271B-494F-A796-F0864123D6AE}" type="datetimeFigureOut">
              <a:rPr lang="en-ID" smtClean="0"/>
              <a:t>21/06/2026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3D24A-C0A5-47BC-B4E7-85244AEB4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07075-0F7C-4442-99CC-908B482AC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6B2C7-DCA6-42B7-81E1-0FB424800DE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79659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276C9-2437-41AE-99F5-8E7E3AA3E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9BFED-4869-4AE9-BFAA-F0BE66C5A5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B7CBF-8780-4D71-A604-11BE4D30E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C09FA-271B-494F-A796-F0864123D6AE}" type="datetimeFigureOut">
              <a:rPr lang="en-ID" smtClean="0"/>
              <a:t>21/06/2026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BAF09-B6BC-4CAD-B869-8624672CC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C84EE-2DAD-4C32-A14A-6E0DDA5A6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6B2C7-DCA6-42B7-81E1-0FB424800DE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61170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6024A-2435-48EB-B5E8-04A0E0661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FD0C6-969E-4B43-B0A3-AC1FF8EED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F7B8B-B692-47AA-8E45-A2377396E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C09FA-271B-494F-A796-F0864123D6AE}" type="datetimeFigureOut">
              <a:rPr lang="en-ID" smtClean="0"/>
              <a:t>21/06/2026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D7320-CF7D-47C6-8AA7-B9AD2D3A1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4B3CEB-E52A-40D6-97E7-8B8EE4720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6B2C7-DCA6-42B7-81E1-0FB424800DE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36108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EB13F-5359-4223-9903-0BD6EA78D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670C5-42C5-4761-8033-ED1457CE94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12B3C9-3150-4D3F-A585-F3A458A1DD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C3971D-10B6-4F60-A1F1-63BEC6C89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C09FA-271B-494F-A796-F0864123D6AE}" type="datetimeFigureOut">
              <a:rPr lang="en-ID" smtClean="0"/>
              <a:t>21/06/2026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9A17D6-E192-4B99-873C-455B4ACFC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89DEB4-59D6-45C1-AC75-9998CA2B5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6B2C7-DCA6-42B7-81E1-0FB424800DE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58465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BCACB-DB1D-4542-9FFB-476C46A7E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0EBF2E-EEC2-41A5-B797-968B7A82A5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14D665-676E-4AD9-BAC8-392A5609A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CEF058-C009-4BE5-B43B-53C1217AC6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484D7E-E358-42A3-A064-B1BBF06808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6E5996-4907-465E-8C1F-3A3681C12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C09FA-271B-494F-A796-F0864123D6AE}" type="datetimeFigureOut">
              <a:rPr lang="en-ID" smtClean="0"/>
              <a:t>21/06/2026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12BFA-08DD-4602-AFDF-85B3A85C8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A016A9-AC50-40D2-B800-4DA934F6D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6B2C7-DCA6-42B7-81E1-0FB424800DE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56470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1760B-DC4F-435E-9FEE-241A116C8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640C23-7718-4365-9DBE-198358E13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C09FA-271B-494F-A796-F0864123D6AE}" type="datetimeFigureOut">
              <a:rPr lang="en-ID" smtClean="0"/>
              <a:t>21/06/2026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F9B916-BB69-4663-A1FE-6B8E4B125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2D9B19-2321-4112-AA5A-0403FCE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6B2C7-DCA6-42B7-81E1-0FB424800DE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37327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C91963-3DDB-4445-B89E-A597B3702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C09FA-271B-494F-A796-F0864123D6AE}" type="datetimeFigureOut">
              <a:rPr lang="en-ID" smtClean="0"/>
              <a:t>21/06/2026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57E087-57FA-428A-9451-7A0CCFFAD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394209-3F2F-401D-857E-0C5AD8BBC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6B2C7-DCA6-42B7-81E1-0FB424800DE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28477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7CF29-E435-4AED-9017-7001C6432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E77BA-F9AB-477E-A74C-E3966EC9B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8BA8EE-D42E-4BFB-881C-9F698C575A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B31EDF-3533-4C32-9574-E84127DED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C09FA-271B-494F-A796-F0864123D6AE}" type="datetimeFigureOut">
              <a:rPr lang="en-ID" smtClean="0"/>
              <a:t>21/06/2026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31B740-9348-43A3-946C-BD2381AE1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B4159F-D6CB-4C7F-A7A1-BC6A3AB1B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6B2C7-DCA6-42B7-81E1-0FB424800DE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09375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0C4DE-21C3-4795-8B80-DDF91F968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C8BF7D-21C5-4F20-AEA4-8CE23904A9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9F44B0-42CD-4B81-9999-1FBB2648E7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2E2731-D06E-4C09-8AF9-D4E3031A4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C09FA-271B-494F-A796-F0864123D6AE}" type="datetimeFigureOut">
              <a:rPr lang="en-ID" smtClean="0"/>
              <a:t>21/06/2026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5E88F6-CD8B-47C4-9DAA-48514942E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A116DC-C827-4BB2-BB62-6A9FD12A3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6B2C7-DCA6-42B7-81E1-0FB424800DE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13701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80A2A-42BF-4E80-A535-88E719E2E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DAAAD4-BEB7-4129-8A50-DC8255C33F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B9284-E460-4057-9842-E8127B2C1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C09FA-271B-494F-A796-F0864123D6AE}" type="datetimeFigureOut">
              <a:rPr lang="en-ID" smtClean="0"/>
              <a:t>21/06/2026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7CE24-B005-442E-BE1F-E2CEBEDF8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531B72-D5A6-4E71-97D8-D6D1CEE58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6B2C7-DCA6-42B7-81E1-0FB424800DE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11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3F010-0E89-43F2-B4CF-0CD8CA71D0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E18D7B-86D5-4E38-BFF2-D6AD58B8F2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FE3A5-E475-4787-9544-C15504CE0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C09FA-271B-494F-A796-F0864123D6AE}" type="datetimeFigureOut">
              <a:rPr lang="en-ID" smtClean="0"/>
              <a:t>21/06/2026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A4154A-E57B-48FE-B5DD-8BEB655F4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F03FFA-3221-472B-81EB-0320AC42D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6B2C7-DCA6-42B7-81E1-0FB424800DE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65437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6FECC5-27CF-4E12-B987-C5FFA5C9D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7AF794-D14E-4B29-8C14-679F786E9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32306-0472-417A-A3AC-C6D8A179F7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FC09FA-271B-494F-A796-F0864123D6AE}" type="datetimeFigureOut">
              <a:rPr lang="en-ID" smtClean="0"/>
              <a:t>21/06/2026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3BCD7-D9E0-4626-B338-1D5BBED320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02C302-EA37-4E6B-BB0D-C60292406E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16B2C7-DCA6-42B7-81E1-0FB424800DE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67793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ebp"/><Relationship Id="rId2" Type="http://schemas.openxmlformats.org/officeDocument/2006/relationships/image" Target="../media/image5.web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76AC6-AA9A-4A4F-AD6E-EBD2B124F5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Crossroad Market* </a:t>
            </a:r>
            <a:r>
              <a:rPr lang="en-US" dirty="0"/>
              <a:t>Prototype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62722C-3084-4455-9CCC-03CDDE71D1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*TBD</a:t>
            </a:r>
            <a:endParaRPr lang="en-ID" b="1" dirty="0"/>
          </a:p>
        </p:txBody>
      </p:sp>
    </p:spTree>
    <p:extLst>
      <p:ext uri="{BB962C8B-B14F-4D97-AF65-F5344CB8AC3E}">
        <p14:creationId xmlns:p14="http://schemas.microsoft.com/office/powerpoint/2010/main" val="3538825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DC894-1210-42A7-AE25-28FD52A49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Lets make some games</a:t>
            </a:r>
            <a:endParaRPr lang="en-ID" dirty="0"/>
          </a:p>
        </p:txBody>
      </p:sp>
      <p:pic>
        <p:nvPicPr>
          <p:cNvPr id="5122" name="Picture 2" descr="The “White Kid Pointing at Himself” Full Collection of Stock Images: :  r/TheMatpatEffect">
            <a:extLst>
              <a:ext uri="{FF2B5EF4-FFF2-40B4-BE49-F238E27FC236}">
                <a16:creationId xmlns:a16="http://schemas.microsoft.com/office/drawing/2014/main" id="{5C01313D-8A3C-4E64-9621-B558A879AFC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7429" y="1825625"/>
            <a:ext cx="3257141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6546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80A11-C3F6-4BFA-9771-F35719F61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Apa</a:t>
            </a:r>
            <a:r>
              <a:rPr lang="en-US" dirty="0"/>
              <a:t> yang </a:t>
            </a:r>
            <a:r>
              <a:rPr lang="en-US" dirty="0" err="1"/>
              <a:t>kita</a:t>
            </a:r>
            <a:r>
              <a:rPr lang="en-US" dirty="0"/>
              <a:t> harus </a:t>
            </a:r>
            <a:r>
              <a:rPr lang="en-US" dirty="0" err="1"/>
              <a:t>jawab</a:t>
            </a:r>
            <a:r>
              <a:rPr lang="en-US" dirty="0"/>
              <a:t> di Prototype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D7C7F-A130-4A75-9BFB-697C65466B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1. </a:t>
            </a:r>
            <a:r>
              <a:rPr lang="en-US" dirty="0" err="1"/>
              <a:t>Apakah</a:t>
            </a:r>
            <a:r>
              <a:rPr lang="en-US" dirty="0"/>
              <a:t> gameplay market cukup menarik ( </a:t>
            </a:r>
            <a:r>
              <a:rPr lang="en-US" dirty="0" err="1"/>
              <a:t>meskipun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mengikut</a:t>
            </a:r>
            <a:r>
              <a:rPr lang="en-US" dirty="0"/>
              <a:t> NPC/Profit-driven) </a:t>
            </a:r>
          </a:p>
          <a:p>
            <a:r>
              <a:rPr lang="en-US" dirty="0"/>
              <a:t>2. </a:t>
            </a:r>
            <a:r>
              <a:rPr lang="en-US" dirty="0" err="1"/>
              <a:t>Apakah</a:t>
            </a:r>
            <a:r>
              <a:rPr lang="en-US" dirty="0"/>
              <a:t> </a:t>
            </a:r>
            <a:r>
              <a:rPr lang="en-US" dirty="0" err="1"/>
              <a:t>pemain</a:t>
            </a:r>
            <a:r>
              <a:rPr lang="en-US" dirty="0"/>
              <a:t> penasaran </a:t>
            </a:r>
            <a:r>
              <a:rPr lang="en-US" dirty="0" err="1"/>
              <a:t>dengan</a:t>
            </a:r>
            <a:r>
              <a:rPr lang="en-US" dirty="0"/>
              <a:t> NCP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442506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B04C4-8E09-4F24-9FD9-DF963FDB1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088" y="1253331"/>
            <a:ext cx="10515600" cy="5239544"/>
          </a:xfrm>
        </p:spPr>
        <p:txBody>
          <a:bodyPr/>
          <a:lstStyle/>
          <a:p>
            <a:r>
              <a:rPr lang="en-US" dirty="0" err="1"/>
              <a:t>Durasi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6 Hari In-Game :</a:t>
            </a:r>
          </a:p>
          <a:p>
            <a:pPr marL="0" indent="0">
              <a:buNone/>
            </a:pPr>
            <a:r>
              <a:rPr lang="en-US" dirty="0"/>
              <a:t>1 </a:t>
            </a:r>
            <a:r>
              <a:rPr lang="en-US" dirty="0" err="1"/>
              <a:t>hari</a:t>
            </a:r>
            <a:r>
              <a:rPr lang="en-US" dirty="0"/>
              <a:t> gameplay = 12 menit </a:t>
            </a:r>
            <a:r>
              <a:rPr lang="en-US" dirty="0" err="1"/>
              <a:t>dibagi</a:t>
            </a:r>
            <a:r>
              <a:rPr lang="en-US" dirty="0"/>
              <a:t> 3 session</a:t>
            </a:r>
          </a:p>
          <a:p>
            <a:pPr marL="0" indent="0">
              <a:buNone/>
            </a:pPr>
            <a:r>
              <a:rPr lang="en-US" dirty="0"/>
              <a:t>Pagi, </a:t>
            </a:r>
            <a:r>
              <a:rPr lang="en-US" dirty="0" err="1"/>
              <a:t>siang</a:t>
            </a:r>
            <a:r>
              <a:rPr lang="en-US" dirty="0"/>
              <a:t>, sore @ 3 menit per session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NPC </a:t>
            </a:r>
          </a:p>
          <a:p>
            <a:pPr marL="0" indent="0">
              <a:buNone/>
            </a:pPr>
            <a:r>
              <a:rPr lang="en-US" dirty="0"/>
              <a:t>2 NPC </a:t>
            </a:r>
            <a:r>
              <a:rPr lang="en-US" dirty="0" err="1"/>
              <a:t>utama</a:t>
            </a:r>
            <a:r>
              <a:rPr lang="en-US" dirty="0"/>
              <a:t> dan 8 NPC normal (@4 </a:t>
            </a:r>
            <a:r>
              <a:rPr lang="en-US" dirty="0" err="1"/>
              <a:t>manusia</a:t>
            </a:r>
            <a:r>
              <a:rPr lang="en-US" dirty="0"/>
              <a:t>, @4 Ghost and monster, 2 each)</a:t>
            </a:r>
          </a:p>
          <a:p>
            <a:pPr marL="0" indent="0">
              <a:buNone/>
            </a:pPr>
            <a:r>
              <a:rPr lang="en-US" dirty="0"/>
              <a:t>Irene : Human Worker</a:t>
            </a:r>
          </a:p>
          <a:p>
            <a:pPr marL="0" indent="0">
              <a:buNone/>
            </a:pPr>
            <a:r>
              <a:rPr lang="en-US" dirty="0" err="1"/>
              <a:t>Gooby</a:t>
            </a:r>
            <a:r>
              <a:rPr lang="en-US" dirty="0"/>
              <a:t> the Phantom : Ghost Costumer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D" dirty="0"/>
          </a:p>
        </p:txBody>
      </p:sp>
      <p:pic>
        <p:nvPicPr>
          <p:cNvPr id="6146" name="Picture 2" descr="The image of the rabbit holding a clock that's been going around social  media is actually from Alice in Wonderland. He's the reason Alice falls  down the rabbit hole,always in a rush,">
            <a:extLst>
              <a:ext uri="{FF2B5EF4-FFF2-40B4-BE49-F238E27FC236}">
                <a16:creationId xmlns:a16="http://schemas.microsoft.com/office/drawing/2014/main" id="{CA0FFBB9-729C-4A89-896C-F9B52DEDC7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3942" y="1027906"/>
            <a:ext cx="2242276" cy="2802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9F2639-D3C5-4781-9630-AD0A93F47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</a:t>
            </a:r>
            <a:br>
              <a:rPr lang="en-US" dirty="0"/>
            </a:b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043632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C5A49-1AFA-423F-93BA-634F91979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Loop (survivability store &amp; community building)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B04CC-8A47-4EA3-A927-8C5CDCED0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Store Management :</a:t>
            </a:r>
          </a:p>
          <a:p>
            <a:r>
              <a:rPr lang="en-ID" dirty="0"/>
              <a:t>Restocking :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Isi ulang </a:t>
            </a:r>
            <a:r>
              <a:rPr lang="en-US" dirty="0" err="1"/>
              <a:t>rak</a:t>
            </a:r>
            <a:endParaRPr lang="en-US" dirty="0"/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Barang habis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Tidak</a:t>
            </a:r>
            <a:r>
              <a:rPr lang="en-US" dirty="0">
                <a:sym typeface="Wingdings" panose="05000000000000000000" pitchFamily="2" charset="2"/>
              </a:rPr>
              <a:t> bisa </a:t>
            </a:r>
            <a:r>
              <a:rPr lang="en-US" dirty="0" err="1">
                <a:sym typeface="Wingdings" panose="05000000000000000000" pitchFamily="2" charset="2"/>
              </a:rPr>
              <a:t>dijual</a:t>
            </a:r>
            <a:endParaRPr lang="en-US" dirty="0">
              <a:sym typeface="Wingdings" panose="05000000000000000000" pitchFamily="2" charset="2"/>
            </a:endParaRPr>
          </a:p>
          <a:p>
            <a:pPr marL="514350" indent="-514350">
              <a:buFont typeface="+mj-lt"/>
              <a:buAutoNum type="alphaLcParenR"/>
            </a:pPr>
            <a:endParaRPr lang="en-US" dirty="0">
              <a:sym typeface="Wingdings" panose="05000000000000000000" pitchFamily="2" charset="2"/>
            </a:endParaRPr>
          </a:p>
          <a:p>
            <a:r>
              <a:rPr lang="en-US" b="1" dirty="0">
                <a:sym typeface="Wingdings" panose="05000000000000000000" pitchFamily="2" charset="2"/>
              </a:rPr>
              <a:t>Inventory ordering :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>
                <a:sym typeface="Wingdings" panose="05000000000000000000" pitchFamily="2" charset="2"/>
              </a:rPr>
              <a:t>Pesan barang </a:t>
            </a:r>
            <a:r>
              <a:rPr lang="en-US" dirty="0" err="1">
                <a:sym typeface="Wingdings" panose="05000000000000000000" pitchFamily="2" charset="2"/>
              </a:rPr>
              <a:t>barang</a:t>
            </a:r>
            <a:r>
              <a:rPr lang="en-US" dirty="0">
                <a:sym typeface="Wingdings" panose="05000000000000000000" pitchFamily="2" charset="2"/>
              </a:rPr>
              <a:t> untuk </a:t>
            </a:r>
            <a:r>
              <a:rPr lang="en-US" dirty="0" err="1">
                <a:sym typeface="Wingdings" panose="05000000000000000000" pitchFamily="2" charset="2"/>
              </a:rPr>
              <a:t>hari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berikutnya</a:t>
            </a:r>
            <a:endParaRPr lang="en-US" dirty="0">
              <a:sym typeface="Wingdings" panose="05000000000000000000" pitchFamily="2" charset="2"/>
            </a:endParaRPr>
          </a:p>
          <a:p>
            <a:pPr marL="514350" indent="-514350">
              <a:buFont typeface="+mj-lt"/>
              <a:buAutoNum type="alphaLcParenR"/>
            </a:pPr>
            <a:r>
              <a:rPr lang="en-US" dirty="0">
                <a:sym typeface="Wingdings" panose="05000000000000000000" pitchFamily="2" charset="2"/>
              </a:rPr>
              <a:t>Ada </a:t>
            </a:r>
            <a:r>
              <a:rPr lang="en-US" dirty="0" err="1">
                <a:sym typeface="Wingdings" panose="05000000000000000000" pitchFamily="2" charset="2"/>
              </a:rPr>
              <a:t>biaya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pembelian</a:t>
            </a:r>
            <a:r>
              <a:rPr lang="en-US" dirty="0">
                <a:sym typeface="Wingdings" panose="05000000000000000000" pitchFamily="2" charset="2"/>
              </a:rPr>
              <a:t> stock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207084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DA782-6134-4345-A6C7-A4436FC5C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8840"/>
            <a:ext cx="10515600" cy="5598123"/>
          </a:xfrm>
        </p:spPr>
        <p:txBody>
          <a:bodyPr/>
          <a:lstStyle/>
          <a:p>
            <a:r>
              <a:rPr lang="en-US" b="1" dirty="0"/>
              <a:t>Shelf Management :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Slot </a:t>
            </a:r>
            <a:r>
              <a:rPr lang="en-US" dirty="0" err="1"/>
              <a:t>rak</a:t>
            </a:r>
            <a:r>
              <a:rPr lang="en-US" dirty="0"/>
              <a:t> </a:t>
            </a:r>
            <a:r>
              <a:rPr lang="en-US" dirty="0" err="1"/>
              <a:t>terbatas</a:t>
            </a:r>
            <a:endParaRPr lang="en-US" dirty="0"/>
          </a:p>
          <a:p>
            <a:pPr marL="514350" indent="-514350">
              <a:buFont typeface="+mj-lt"/>
              <a:buAutoNum type="alphaLcParenR"/>
            </a:pPr>
            <a:r>
              <a:rPr lang="en-US" dirty="0" err="1"/>
              <a:t>Tidak</a:t>
            </a:r>
            <a:r>
              <a:rPr lang="en-US" dirty="0"/>
              <a:t> semua </a:t>
            </a:r>
            <a:r>
              <a:rPr lang="en-US" dirty="0" err="1"/>
              <a:t>produk</a:t>
            </a:r>
            <a:r>
              <a:rPr lang="en-US" dirty="0"/>
              <a:t> bisa </a:t>
            </a:r>
            <a:r>
              <a:rPr lang="en-US" dirty="0" err="1"/>
              <a:t>dipajang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ID" b="1" dirty="0"/>
              <a:t>Checkout</a:t>
            </a:r>
          </a:p>
          <a:p>
            <a:pPr marL="514350" indent="-514350">
              <a:buFont typeface="+mj-lt"/>
              <a:buAutoNum type="alphaLcParenR"/>
            </a:pPr>
            <a:r>
              <a:rPr lang="en-ID" dirty="0" err="1"/>
              <a:t>Melayani</a:t>
            </a:r>
            <a:r>
              <a:rPr lang="en-ID" dirty="0"/>
              <a:t> </a:t>
            </a:r>
            <a:r>
              <a:rPr lang="en-ID" dirty="0" err="1"/>
              <a:t>pelanggan</a:t>
            </a:r>
            <a:r>
              <a:rPr lang="en-ID" dirty="0"/>
              <a:t> di </a:t>
            </a:r>
            <a:r>
              <a:rPr lang="en-ID" dirty="0" err="1"/>
              <a:t>kasir</a:t>
            </a:r>
            <a:r>
              <a:rPr lang="en-ID" dirty="0"/>
              <a:t>; scan barcode; </a:t>
            </a:r>
            <a:r>
              <a:rPr lang="en-ID" dirty="0" err="1"/>
              <a:t>memberikan</a:t>
            </a:r>
            <a:r>
              <a:rPr lang="en-ID" dirty="0"/>
              <a:t> </a:t>
            </a:r>
            <a:r>
              <a:rPr lang="en-ID" dirty="0" err="1"/>
              <a:t>kembalian</a:t>
            </a:r>
            <a:endParaRPr lang="en-ID" dirty="0"/>
          </a:p>
          <a:p>
            <a:pPr marL="514350" indent="-514350">
              <a:buFont typeface="+mj-lt"/>
              <a:buAutoNum type="alphaLcParenR"/>
            </a:pPr>
            <a:endParaRPr lang="en-ID" dirty="0"/>
          </a:p>
          <a:p>
            <a:r>
              <a:rPr lang="en-ID" b="1" dirty="0"/>
              <a:t>Store Expansion (1 </a:t>
            </a:r>
            <a:r>
              <a:rPr lang="en-ID" b="1" dirty="0" err="1"/>
              <a:t>ruang</a:t>
            </a:r>
            <a:r>
              <a:rPr lang="en-ID" b="1" dirty="0"/>
              <a:t> </a:t>
            </a:r>
            <a:r>
              <a:rPr lang="en-ID" b="1" dirty="0" err="1"/>
              <a:t>ekspansi</a:t>
            </a:r>
            <a:r>
              <a:rPr lang="en-ID" b="1" dirty="0"/>
              <a:t> </a:t>
            </a:r>
            <a:r>
              <a:rPr lang="en-ID" b="1" dirty="0" err="1"/>
              <a:t>untuk</a:t>
            </a:r>
            <a:r>
              <a:rPr lang="en-ID" b="1" dirty="0"/>
              <a:t> prototype)</a:t>
            </a:r>
          </a:p>
          <a:p>
            <a:pPr marL="514350" indent="-514350">
              <a:buFont typeface="+mj-lt"/>
              <a:buAutoNum type="alphaLcParenR"/>
            </a:pPr>
            <a:r>
              <a:rPr lang="en-ID" dirty="0" err="1"/>
              <a:t>Rak</a:t>
            </a:r>
            <a:r>
              <a:rPr lang="en-ID" dirty="0"/>
              <a:t> </a:t>
            </a:r>
            <a:r>
              <a:rPr lang="en-ID" dirty="0" err="1"/>
              <a:t>baru</a:t>
            </a:r>
            <a:endParaRPr lang="en-ID" dirty="0"/>
          </a:p>
          <a:p>
            <a:pPr marL="514350" indent="-514350">
              <a:buFont typeface="+mj-lt"/>
              <a:buAutoNum type="alphaLcParenR"/>
            </a:pPr>
            <a:r>
              <a:rPr lang="en-ID" dirty="0" err="1"/>
              <a:t>Kategori</a:t>
            </a:r>
            <a:r>
              <a:rPr lang="en-ID" dirty="0"/>
              <a:t> </a:t>
            </a:r>
            <a:r>
              <a:rPr lang="en-ID" dirty="0" err="1"/>
              <a:t>Baru</a:t>
            </a:r>
            <a:endParaRPr lang="en-ID" dirty="0"/>
          </a:p>
          <a:p>
            <a:pPr marL="514350" indent="-514350">
              <a:buFont typeface="+mj-lt"/>
              <a:buAutoNum type="alphaLcParenR"/>
            </a:pPr>
            <a:r>
              <a:rPr lang="en-ID" dirty="0" err="1"/>
              <a:t>Meningkatkan</a:t>
            </a:r>
            <a:r>
              <a:rPr lang="en-ID" dirty="0"/>
              <a:t> </a:t>
            </a:r>
            <a:r>
              <a:rPr lang="en-ID" dirty="0" err="1"/>
              <a:t>kapasitas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228603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D5DA2-CD98-418C-A22E-CA0FF3292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842"/>
            <a:ext cx="10515600" cy="5447121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Economy system</a:t>
            </a:r>
          </a:p>
          <a:p>
            <a:r>
              <a:rPr lang="en-ID" dirty="0"/>
              <a:t>Daily Revenue 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Uang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penjualan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Product cost :</a:t>
            </a:r>
          </a:p>
          <a:p>
            <a:pPr marL="0" indent="0">
              <a:buNone/>
            </a:pPr>
            <a:r>
              <a:rPr lang="en-ID" dirty="0"/>
              <a:t>Harus </a:t>
            </a:r>
            <a:r>
              <a:rPr lang="en-ID" dirty="0" err="1"/>
              <a:t>membeli</a:t>
            </a:r>
            <a:r>
              <a:rPr lang="en-ID" dirty="0"/>
              <a:t> stock daily (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barang</a:t>
            </a:r>
            <a:r>
              <a:rPr lang="en-ID" dirty="0"/>
              <a:t> yang </a:t>
            </a:r>
            <a:r>
              <a:rPr lang="en-ID" dirty="0" err="1"/>
              <a:t>terjual</a:t>
            </a:r>
            <a:r>
              <a:rPr lang="en-ID" dirty="0"/>
              <a:t> </a:t>
            </a:r>
            <a:r>
              <a:rPr lang="en-ID" dirty="0" err="1"/>
              <a:t>hari</a:t>
            </a:r>
            <a:r>
              <a:rPr lang="en-ID" dirty="0"/>
              <a:t> </a:t>
            </a:r>
            <a:r>
              <a:rPr lang="en-ID" dirty="0" err="1"/>
              <a:t>itu</a:t>
            </a:r>
            <a:r>
              <a:rPr lang="en-ID" dirty="0"/>
              <a:t>) </a:t>
            </a:r>
          </a:p>
          <a:p>
            <a:pPr marL="0" indent="0">
              <a:buNone/>
            </a:pPr>
            <a:endParaRPr lang="en-ID" dirty="0"/>
          </a:p>
          <a:p>
            <a:r>
              <a:rPr lang="en-ID" dirty="0"/>
              <a:t>Net Profit :</a:t>
            </a:r>
          </a:p>
          <a:p>
            <a:pPr marL="0" indent="0">
              <a:buNone/>
            </a:pPr>
            <a:r>
              <a:rPr lang="en-ID" dirty="0"/>
              <a:t>Profit = Sales-Stock cost</a:t>
            </a:r>
          </a:p>
          <a:p>
            <a:pPr marL="0" indent="0">
              <a:buNone/>
            </a:pPr>
            <a:r>
              <a:rPr lang="en-ID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00456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DB639-8010-4132-8B69-B3C6DD5BC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37563"/>
            <a:ext cx="10515600" cy="5539400"/>
          </a:xfrm>
        </p:spPr>
        <p:txBody>
          <a:bodyPr/>
          <a:lstStyle/>
          <a:p>
            <a:r>
              <a:rPr lang="en-US" b="1" dirty="0"/>
              <a:t>Daily Tax/Store Fee</a:t>
            </a:r>
          </a:p>
          <a:p>
            <a:pPr marL="0" indent="0">
              <a:buNone/>
            </a:pPr>
            <a:r>
              <a:rPr lang="en-US" dirty="0" err="1"/>
              <a:t>Dibayar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hari</a:t>
            </a:r>
            <a:endParaRPr lang="en-US" dirty="0"/>
          </a:p>
          <a:p>
            <a:pPr marL="0" indent="0">
              <a:buNone/>
            </a:pPr>
            <a:r>
              <a:rPr lang="en-US" b="1" dirty="0" err="1"/>
              <a:t>Tujuan</a:t>
            </a:r>
            <a:r>
              <a:rPr lang="en-US" b="1" dirty="0"/>
              <a:t> : 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 err="1"/>
              <a:t>Memberi</a:t>
            </a:r>
            <a:r>
              <a:rPr lang="en-US" dirty="0"/>
              <a:t> </a:t>
            </a:r>
            <a:r>
              <a:rPr lang="en-US" dirty="0" err="1"/>
              <a:t>tekanan</a:t>
            </a:r>
            <a:r>
              <a:rPr lang="en-US" dirty="0"/>
              <a:t> </a:t>
            </a:r>
            <a:r>
              <a:rPr lang="en-US" dirty="0" err="1"/>
              <a:t>ekonomi</a:t>
            </a:r>
            <a:endParaRPr lang="en-US" dirty="0"/>
          </a:p>
          <a:p>
            <a:pPr marL="514350" indent="-514350">
              <a:buFont typeface="+mj-lt"/>
              <a:buAutoNum type="alphaLcParenR"/>
            </a:pPr>
            <a:r>
              <a:rPr lang="en-US" dirty="0" err="1"/>
              <a:t>Menjadi</a:t>
            </a:r>
            <a:r>
              <a:rPr lang="en-US" dirty="0"/>
              <a:t> target minimum </a:t>
            </a:r>
            <a:r>
              <a:rPr lang="en-US" dirty="0" err="1"/>
              <a:t>harian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Player </a:t>
            </a:r>
            <a:r>
              <a:rPr lang="en-US" dirty="0" err="1"/>
              <a:t>memiliki</a:t>
            </a:r>
            <a:r>
              <a:rPr lang="en-US" dirty="0"/>
              <a:t> objective </a:t>
            </a:r>
            <a:r>
              <a:rPr lang="en-US" dirty="0" err="1"/>
              <a:t>utama</a:t>
            </a:r>
            <a:r>
              <a:rPr lang="en-US" dirty="0"/>
              <a:t> lain di game (</a:t>
            </a:r>
            <a:r>
              <a:rPr lang="en-US" dirty="0" err="1"/>
              <a:t>jika</a:t>
            </a:r>
            <a:r>
              <a:rPr lang="en-US" dirty="0"/>
              <a:t> player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mengejar</a:t>
            </a:r>
            <a:r>
              <a:rPr lang="en-US" dirty="0"/>
              <a:t> story atau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tertarik</a:t>
            </a:r>
            <a:r>
              <a:rPr lang="en-US" dirty="0"/>
              <a:t> pada NPC)</a:t>
            </a:r>
          </a:p>
          <a:p>
            <a:pPr marL="0" indent="0">
              <a:buNone/>
            </a:pPr>
            <a:endParaRPr lang="en-ID" dirty="0"/>
          </a:p>
          <a:p>
            <a:pPr marL="0" indent="0">
              <a:buNone/>
            </a:pPr>
            <a:r>
              <a:rPr lang="en-ID" b="1" dirty="0"/>
              <a:t>TIDAK</a:t>
            </a:r>
            <a:r>
              <a:rPr lang="en-ID" dirty="0"/>
              <a:t> </a:t>
            </a:r>
            <a:r>
              <a:rPr lang="en-ID" dirty="0" err="1"/>
              <a:t>semua</a:t>
            </a:r>
            <a:r>
              <a:rPr lang="en-ID" dirty="0"/>
              <a:t> </a:t>
            </a:r>
            <a:r>
              <a:rPr lang="en-ID" dirty="0" err="1"/>
              <a:t>Pemain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tertarik</a:t>
            </a:r>
            <a:r>
              <a:rPr lang="en-ID" dirty="0"/>
              <a:t> pada </a:t>
            </a:r>
            <a:r>
              <a:rPr lang="en-ID" dirty="0" err="1"/>
              <a:t>semua</a:t>
            </a:r>
            <a:r>
              <a:rPr lang="en-ID" dirty="0"/>
              <a:t> NPC, Sebagian </a:t>
            </a:r>
            <a:r>
              <a:rPr lang="en-ID" dirty="0" err="1"/>
              <a:t>pemain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tertarik</a:t>
            </a:r>
            <a:r>
              <a:rPr lang="en-ID" dirty="0"/>
              <a:t> pada Sebagian NPC </a:t>
            </a:r>
            <a:r>
              <a:rPr lang="en-ID" dirty="0" err="1"/>
              <a:t>tertentu</a:t>
            </a:r>
            <a:r>
              <a:rPr lang="en-ID" dirty="0"/>
              <a:t> </a:t>
            </a:r>
            <a:r>
              <a:rPr lang="en-ID" dirty="0" err="1"/>
              <a:t>saja</a:t>
            </a:r>
            <a:r>
              <a:rPr lang="en-ID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2824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BBB71-4BC2-46AD-92DE-F0232A1CE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7897"/>
            <a:ext cx="10515600" cy="5489066"/>
          </a:xfrm>
        </p:spPr>
        <p:txBody>
          <a:bodyPr>
            <a:normAutofit/>
          </a:bodyPr>
          <a:lstStyle/>
          <a:p>
            <a:r>
              <a:rPr lang="en-US" dirty="0" err="1"/>
              <a:t>Tujuan</a:t>
            </a:r>
            <a:r>
              <a:rPr lang="en-US" dirty="0"/>
              <a:t> </a:t>
            </a:r>
            <a:r>
              <a:rPr lang="en-US" dirty="0" err="1"/>
              <a:t>utama</a:t>
            </a:r>
            <a:r>
              <a:rPr lang="en-US" dirty="0"/>
              <a:t> harus tetap </a:t>
            </a:r>
          </a:p>
          <a:p>
            <a:pPr marL="0" indent="0">
              <a:buNone/>
            </a:pPr>
            <a:r>
              <a:rPr lang="en-US" dirty="0"/>
              <a:t>Player </a:t>
            </a:r>
            <a:r>
              <a:rPr lang="en-US" dirty="0" err="1"/>
              <a:t>membentuk</a:t>
            </a:r>
            <a:r>
              <a:rPr lang="en-US" dirty="0"/>
              <a:t> community </a:t>
            </a:r>
            <a:r>
              <a:rPr lang="en-US" dirty="0" err="1"/>
              <a:t>melalui</a:t>
            </a:r>
            <a:r>
              <a:rPr lang="en-US" dirty="0"/>
              <a:t> market </a:t>
            </a:r>
            <a:r>
              <a:rPr lang="en-US" dirty="0" err="1"/>
              <a:t>sebagai</a:t>
            </a:r>
            <a:r>
              <a:rPr lang="en-US" dirty="0"/>
              <a:t> melting pot</a:t>
            </a:r>
          </a:p>
          <a:p>
            <a:pPr marL="0" indent="0">
              <a:buNone/>
            </a:pPr>
            <a:r>
              <a:rPr lang="en-US" dirty="0"/>
              <a:t>Player harus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dedikasi</a:t>
            </a:r>
            <a:r>
              <a:rPr lang="en-US" dirty="0"/>
              <a:t> untuk </a:t>
            </a:r>
            <a:r>
              <a:rPr lang="en-US" dirty="0" err="1"/>
              <a:t>tertarik</a:t>
            </a:r>
            <a:r>
              <a:rPr lang="en-US" dirty="0"/>
              <a:t> pada semua/Sebagian besar NPC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Tujuan</a:t>
            </a:r>
            <a:r>
              <a:rPr lang="en-US" dirty="0"/>
              <a:t> Player untuk TIDAK </a:t>
            </a:r>
            <a:r>
              <a:rPr lang="en-US" dirty="0" err="1"/>
              <a:t>tertarik</a:t>
            </a:r>
            <a:r>
              <a:rPr lang="en-US" dirty="0"/>
              <a:t> pada NPC </a:t>
            </a:r>
            <a:r>
              <a:rPr lang="en-US" dirty="0" err="1"/>
              <a:t>hanyalah</a:t>
            </a:r>
            <a:r>
              <a:rPr lang="en-US" dirty="0"/>
              <a:t> </a:t>
            </a:r>
            <a:r>
              <a:rPr lang="en-US" dirty="0" err="1"/>
              <a:t>didasarkan</a:t>
            </a:r>
            <a:r>
              <a:rPr lang="en-US" dirty="0"/>
              <a:t> pada: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Rerun purposes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What if 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Dan bukan NPC terlalu shallow, </a:t>
            </a:r>
            <a:r>
              <a:rPr lang="en-US" dirty="0" err="1"/>
              <a:t>menjalankan</a:t>
            </a:r>
            <a:r>
              <a:rPr lang="en-US" dirty="0"/>
              <a:t> </a:t>
            </a:r>
            <a:r>
              <a:rPr lang="en-US" dirty="0" err="1"/>
              <a:t>toko</a:t>
            </a:r>
            <a:r>
              <a:rPr lang="en-US" dirty="0"/>
              <a:t> lebih asik </a:t>
            </a:r>
            <a:r>
              <a:rPr lang="en-US" dirty="0" err="1"/>
              <a:t>daripada</a:t>
            </a:r>
            <a:r>
              <a:rPr lang="en-US" dirty="0"/>
              <a:t> </a:t>
            </a:r>
            <a:r>
              <a:rPr lang="en-US" dirty="0" err="1"/>
              <a:t>berinteraksi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NPC</a:t>
            </a:r>
          </a:p>
        </p:txBody>
      </p:sp>
    </p:spTree>
    <p:extLst>
      <p:ext uri="{BB962C8B-B14F-4D97-AF65-F5344CB8AC3E}">
        <p14:creationId xmlns:p14="http://schemas.microsoft.com/office/powerpoint/2010/main" val="2454183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08E6825-180B-467C-BC62-9D928014F87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192" y="465020"/>
            <a:ext cx="4463405" cy="2963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ndertale | 8-4 | GameStop">
            <a:extLst>
              <a:ext uri="{FF2B5EF4-FFF2-40B4-BE49-F238E27FC236}">
                <a16:creationId xmlns:a16="http://schemas.microsoft.com/office/drawing/2014/main" id="{A18C81FA-2E57-4D30-B13C-9061B7D0DB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6810" y="465020"/>
            <a:ext cx="5216053" cy="2757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3597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D4AFDE1-90CD-41C3-90AF-97D80217BF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6408" y="374329"/>
            <a:ext cx="580178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D681FDD-1EDE-40D4-BE5F-94C945F3B8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9442" y="374329"/>
            <a:ext cx="4989585" cy="3742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719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B16E7-9C3B-4B2B-85B1-BBE7BFB8A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8172"/>
            <a:ext cx="10515600" cy="569879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Late Taxes</a:t>
            </a:r>
          </a:p>
          <a:p>
            <a:pPr marL="0" indent="0">
              <a:buNone/>
            </a:pPr>
            <a:r>
              <a:rPr lang="en-US" dirty="0"/>
              <a:t>Hari Pertama : warning</a:t>
            </a:r>
          </a:p>
          <a:p>
            <a:pPr marL="0" indent="0">
              <a:buNone/>
            </a:pPr>
            <a:r>
              <a:rPr lang="en-US" dirty="0"/>
              <a:t>Hari </a:t>
            </a:r>
            <a:r>
              <a:rPr lang="en-US" dirty="0" err="1"/>
              <a:t>Kedua</a:t>
            </a:r>
            <a:r>
              <a:rPr lang="en-US" dirty="0"/>
              <a:t> : Penalty Fee</a:t>
            </a:r>
          </a:p>
          <a:p>
            <a:pPr marL="0" indent="0">
              <a:buNone/>
            </a:pPr>
            <a:r>
              <a:rPr lang="en-US" dirty="0"/>
              <a:t>Hari </a:t>
            </a:r>
            <a:r>
              <a:rPr lang="en-US" dirty="0" err="1"/>
              <a:t>ketiga</a:t>
            </a:r>
            <a:r>
              <a:rPr lang="en-US" dirty="0"/>
              <a:t>  : Store force to close by </a:t>
            </a:r>
            <a:r>
              <a:rPr lang="en-US" dirty="0" err="1"/>
              <a:t>Valey’s</a:t>
            </a:r>
            <a:r>
              <a:rPr lang="en-US" dirty="0"/>
              <a:t> Head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Brainstorm idea :</a:t>
            </a:r>
          </a:p>
          <a:p>
            <a:pPr marL="0" indent="0">
              <a:buNone/>
            </a:pPr>
            <a:r>
              <a:rPr lang="en-US" b="1" dirty="0"/>
              <a:t>Hari ke 6 </a:t>
            </a:r>
            <a:r>
              <a:rPr lang="en-US" b="1" dirty="0" err="1"/>
              <a:t>toko</a:t>
            </a:r>
            <a:r>
              <a:rPr lang="en-US" b="1" dirty="0"/>
              <a:t> </a:t>
            </a:r>
            <a:r>
              <a:rPr lang="en-US" b="1" dirty="0" err="1"/>
              <a:t>akan</a:t>
            </a:r>
            <a:r>
              <a:rPr lang="en-US" b="1" dirty="0"/>
              <a:t> </a:t>
            </a:r>
            <a:r>
              <a:rPr lang="en-US" b="1" dirty="0" err="1"/>
              <a:t>ditutup</a:t>
            </a:r>
            <a:r>
              <a:rPr lang="en-US" b="1" dirty="0"/>
              <a:t>, </a:t>
            </a:r>
            <a:r>
              <a:rPr lang="en-US" b="1" dirty="0" err="1"/>
              <a:t>jika</a:t>
            </a:r>
            <a:r>
              <a:rPr lang="en-US" b="1" dirty="0"/>
              <a:t> </a:t>
            </a:r>
            <a:r>
              <a:rPr lang="en-US" b="1" dirty="0" err="1"/>
              <a:t>interaksi</a:t>
            </a:r>
            <a:r>
              <a:rPr lang="en-US" b="1" dirty="0"/>
              <a:t> </a:t>
            </a:r>
            <a:r>
              <a:rPr lang="en-US" b="1" dirty="0" err="1"/>
              <a:t>kita</a:t>
            </a:r>
            <a:r>
              <a:rPr lang="en-US" b="1" dirty="0"/>
              <a:t> bagus </a:t>
            </a:r>
            <a:r>
              <a:rPr lang="en-US" b="1" dirty="0" err="1"/>
              <a:t>dengan</a:t>
            </a:r>
            <a:r>
              <a:rPr lang="en-US" b="1" dirty="0"/>
              <a:t> </a:t>
            </a:r>
            <a:r>
              <a:rPr lang="en-US" b="1" dirty="0" err="1"/>
              <a:t>Gooby</a:t>
            </a:r>
            <a:r>
              <a:rPr lang="en-US" b="1" dirty="0"/>
              <a:t> dan Irene, mereka </a:t>
            </a:r>
            <a:r>
              <a:rPr lang="en-US" b="1" dirty="0" err="1"/>
              <a:t>akan</a:t>
            </a:r>
            <a:r>
              <a:rPr lang="en-US" b="1" dirty="0"/>
              <a:t> </a:t>
            </a:r>
            <a:r>
              <a:rPr lang="en-US" b="1" dirty="0" err="1"/>
              <a:t>menawarkan</a:t>
            </a:r>
            <a:r>
              <a:rPr lang="en-US" b="1" dirty="0"/>
              <a:t> </a:t>
            </a:r>
            <a:r>
              <a:rPr lang="en-US" b="1" dirty="0" err="1"/>
              <a:t>bantuan</a:t>
            </a:r>
            <a:r>
              <a:rPr lang="en-US" b="1" dirty="0"/>
              <a:t> untuk </a:t>
            </a:r>
            <a:r>
              <a:rPr lang="en-US" b="1" dirty="0" err="1"/>
              <a:t>membuka</a:t>
            </a:r>
            <a:r>
              <a:rPr lang="en-US" b="1" dirty="0"/>
              <a:t> </a:t>
            </a:r>
            <a:r>
              <a:rPr lang="en-US" b="1" dirty="0" err="1"/>
              <a:t>toko</a:t>
            </a:r>
            <a:r>
              <a:rPr lang="en-US" b="1" dirty="0"/>
              <a:t> baru. (HANYA DI PROTOTYPE)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Di full game </a:t>
            </a:r>
            <a:r>
              <a:rPr lang="en-US" b="1" dirty="0" err="1"/>
              <a:t>kelanjutannya</a:t>
            </a:r>
            <a:r>
              <a:rPr lang="en-US" b="1" dirty="0"/>
              <a:t> </a:t>
            </a:r>
            <a:r>
              <a:rPr lang="en-US" b="1" dirty="0" err="1"/>
              <a:t>akan</a:t>
            </a:r>
            <a:r>
              <a:rPr lang="en-US" b="1" dirty="0"/>
              <a:t> </a:t>
            </a:r>
            <a:r>
              <a:rPr lang="en-US" b="1" dirty="0" err="1"/>
              <a:t>berlangsung</a:t>
            </a:r>
            <a:r>
              <a:rPr lang="en-US" b="1" dirty="0"/>
              <a:t> </a:t>
            </a:r>
            <a:r>
              <a:rPr lang="en-US" b="1" dirty="0" err="1"/>
              <a:t>saat</a:t>
            </a:r>
            <a:r>
              <a:rPr lang="en-US" b="1" dirty="0"/>
              <a:t> </a:t>
            </a:r>
            <a:r>
              <a:rPr lang="en-US" b="1" dirty="0" err="1"/>
              <a:t>kita</a:t>
            </a:r>
            <a:r>
              <a:rPr lang="en-US" b="1" dirty="0"/>
              <a:t> </a:t>
            </a:r>
            <a:r>
              <a:rPr lang="en-US" b="1" dirty="0" err="1"/>
              <a:t>memulai</a:t>
            </a:r>
            <a:r>
              <a:rPr lang="en-US" b="1" dirty="0"/>
              <a:t> </a:t>
            </a:r>
            <a:r>
              <a:rPr lang="en-US" b="1" dirty="0" err="1"/>
              <a:t>toko</a:t>
            </a:r>
            <a:r>
              <a:rPr lang="en-US" b="1" dirty="0"/>
              <a:t> </a:t>
            </a:r>
            <a:r>
              <a:rPr lang="en-US" b="1" dirty="0" err="1"/>
              <a:t>kecil</a:t>
            </a:r>
            <a:r>
              <a:rPr lang="en-US" b="1" dirty="0"/>
              <a:t> baru itu.</a:t>
            </a:r>
            <a:endParaRPr lang="en-ID" b="1" dirty="0"/>
          </a:p>
        </p:txBody>
      </p:sp>
    </p:spTree>
    <p:extLst>
      <p:ext uri="{BB962C8B-B14F-4D97-AF65-F5344CB8AC3E}">
        <p14:creationId xmlns:p14="http://schemas.microsoft.com/office/powerpoint/2010/main" val="1445125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0B10A-8460-498E-BD0A-9A77BBC59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6620"/>
            <a:ext cx="10515600" cy="543034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Demand system</a:t>
            </a:r>
          </a:p>
          <a:p>
            <a:pPr marL="0" indent="0">
              <a:buNone/>
            </a:pPr>
            <a:r>
              <a:rPr lang="en-US" dirty="0"/>
              <a:t>NPC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kebutuhan</a:t>
            </a:r>
            <a:r>
              <a:rPr lang="en-US" dirty="0"/>
              <a:t> masing-masing</a:t>
            </a:r>
          </a:p>
          <a:p>
            <a:pPr marL="0" indent="0">
              <a:buNone/>
            </a:pPr>
            <a:r>
              <a:rPr lang="en-ID" b="1" dirty="0"/>
              <a:t>Irene :</a:t>
            </a:r>
          </a:p>
          <a:p>
            <a:pPr marL="514350" indent="-514350">
              <a:buFont typeface="+mj-lt"/>
              <a:buAutoNum type="alphaLcParenR"/>
            </a:pPr>
            <a:r>
              <a:rPr lang="en-ID" dirty="0"/>
              <a:t>Bandage</a:t>
            </a:r>
          </a:p>
          <a:p>
            <a:pPr marL="514350" indent="-514350">
              <a:buFont typeface="+mj-lt"/>
              <a:buAutoNum type="alphaLcParenR"/>
            </a:pPr>
            <a:r>
              <a:rPr lang="en-ID" dirty="0"/>
              <a:t>Painkiller</a:t>
            </a:r>
          </a:p>
          <a:p>
            <a:pPr marL="514350" indent="-514350">
              <a:buFont typeface="+mj-lt"/>
              <a:buAutoNum type="alphaLcParenR"/>
            </a:pPr>
            <a:r>
              <a:rPr lang="en-ID" dirty="0"/>
              <a:t>Work Gloves</a:t>
            </a:r>
          </a:p>
          <a:p>
            <a:pPr marL="0" indent="0">
              <a:buNone/>
            </a:pPr>
            <a:endParaRPr lang="en-ID" b="1" dirty="0"/>
          </a:p>
          <a:p>
            <a:pPr marL="0" indent="0">
              <a:buNone/>
            </a:pPr>
            <a:r>
              <a:rPr lang="en-ID" b="1" dirty="0" err="1"/>
              <a:t>Gooby</a:t>
            </a:r>
            <a:r>
              <a:rPr lang="en-ID" b="1" dirty="0"/>
              <a:t> :</a:t>
            </a:r>
          </a:p>
          <a:p>
            <a:pPr marL="514350" indent="-514350">
              <a:buFont typeface="+mj-lt"/>
              <a:buAutoNum type="alphaLcParenR"/>
            </a:pPr>
            <a:r>
              <a:rPr lang="en-ID" dirty="0"/>
              <a:t>Phantom Ice Cream</a:t>
            </a:r>
          </a:p>
          <a:p>
            <a:pPr marL="514350" indent="-514350">
              <a:buFont typeface="+mj-lt"/>
              <a:buAutoNum type="alphaLcParenR"/>
            </a:pPr>
            <a:r>
              <a:rPr lang="en-ID" dirty="0"/>
              <a:t>Spirit Water</a:t>
            </a:r>
          </a:p>
          <a:p>
            <a:pPr marL="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272822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FF266-7C2B-494A-9830-75BA44505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IF…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AABD9-1E4C-48A0-AF36-9AF16C5485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4183"/>
            <a:ext cx="10515600" cy="4784392"/>
          </a:xfrm>
        </p:spPr>
        <p:txBody>
          <a:bodyPr/>
          <a:lstStyle/>
          <a:p>
            <a:r>
              <a:rPr lang="en-US" dirty="0"/>
              <a:t>Stock </a:t>
            </a:r>
            <a:r>
              <a:rPr lang="en-US" dirty="0" err="1"/>
              <a:t>tersedia</a:t>
            </a:r>
            <a:r>
              <a:rPr lang="en-US" dirty="0"/>
              <a:t>=costumer </a:t>
            </a:r>
            <a:r>
              <a:rPr lang="en-US" dirty="0" err="1"/>
              <a:t>puas</a:t>
            </a:r>
            <a:r>
              <a:rPr lang="en-US" dirty="0"/>
              <a:t>= satisfactions level up</a:t>
            </a:r>
          </a:p>
          <a:p>
            <a:pPr marL="0" indent="0">
              <a:buNone/>
            </a:pPr>
            <a:endParaRPr lang="en-ID" dirty="0"/>
          </a:p>
          <a:p>
            <a:pPr marL="0" indent="0">
              <a:buNone/>
            </a:pPr>
            <a:endParaRPr lang="en-ID" dirty="0"/>
          </a:p>
          <a:p>
            <a:pPr marL="0" indent="0">
              <a:buNone/>
            </a:pPr>
            <a:endParaRPr lang="en-ID" dirty="0"/>
          </a:p>
          <a:p>
            <a:pPr marL="0" indent="0">
              <a:buNone/>
            </a:pPr>
            <a:endParaRPr lang="en-ID" dirty="0"/>
          </a:p>
          <a:p>
            <a:pPr marL="0" indent="0">
              <a:buNone/>
            </a:pPr>
            <a:r>
              <a:rPr lang="en-ID" dirty="0"/>
              <a:t>Stock </a:t>
            </a:r>
            <a:r>
              <a:rPr lang="en-ID" dirty="0" err="1"/>
              <a:t>habis</a:t>
            </a:r>
            <a:r>
              <a:rPr lang="en-ID" dirty="0"/>
              <a:t> dan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diisi</a:t>
            </a:r>
            <a:r>
              <a:rPr lang="en-ID" dirty="0"/>
              <a:t> </a:t>
            </a:r>
            <a:r>
              <a:rPr lang="en-ID" dirty="0" err="1"/>
              <a:t>berhari-hari</a:t>
            </a:r>
            <a:r>
              <a:rPr lang="en-ID" dirty="0"/>
              <a:t> = costumer </a:t>
            </a:r>
            <a:r>
              <a:rPr lang="en-ID" dirty="0" err="1"/>
              <a:t>kecewa</a:t>
            </a:r>
            <a:r>
              <a:rPr lang="en-ID" dirty="0"/>
              <a:t> </a:t>
            </a:r>
            <a:r>
              <a:rPr lang="en-ID" dirty="0" err="1"/>
              <a:t>ringan</a:t>
            </a:r>
            <a:endParaRPr lang="en-ID" dirty="0"/>
          </a:p>
          <a:p>
            <a:pPr marL="0" indent="0">
              <a:buNone/>
            </a:pPr>
            <a:endParaRPr lang="en-ID" dirty="0"/>
          </a:p>
          <a:p>
            <a:pPr marL="0" indent="0">
              <a:buNone/>
            </a:pPr>
            <a:endParaRPr lang="en-ID" dirty="0"/>
          </a:p>
          <a:p>
            <a:pPr marL="0" indent="0">
              <a:buNone/>
            </a:pP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4D098E-CDBF-46F3-9C0C-DE9F31253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79" y="1819202"/>
            <a:ext cx="3067429" cy="17810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75AB44-E901-4FB6-BAC0-09F1B3BA1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579" y="4359392"/>
            <a:ext cx="2976563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037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F956B1-A970-48C1-B5F0-3DE43B7B3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Request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3191E-6E06-4AC9-9AE2-072DD9AB223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985016"/>
            <a:ext cx="10515600" cy="4351338"/>
          </a:xfrm>
        </p:spPr>
        <p:txBody>
          <a:bodyPr/>
          <a:lstStyle/>
          <a:p>
            <a:r>
              <a:rPr lang="en-US" dirty="0"/>
              <a:t>Jika stock habis, </a:t>
            </a:r>
            <a:r>
              <a:rPr lang="en-US" dirty="0" err="1"/>
              <a:t>buka</a:t>
            </a:r>
            <a:r>
              <a:rPr lang="en-US" dirty="0"/>
              <a:t> notebook/</a:t>
            </a:r>
            <a:r>
              <a:rPr lang="en-US" dirty="0" err="1"/>
              <a:t>journalmu</a:t>
            </a:r>
            <a:r>
              <a:rPr lang="en-US" dirty="0"/>
              <a:t> dan </a:t>
            </a:r>
            <a:r>
              <a:rPr lang="en-US" dirty="0" err="1"/>
              <a:t>catat</a:t>
            </a:r>
            <a:r>
              <a:rPr lang="en-US" dirty="0"/>
              <a:t> barang yang di request atau yang </a:t>
            </a:r>
            <a:r>
              <a:rPr lang="en-US" dirty="0" err="1"/>
              <a:t>perlu</a:t>
            </a:r>
            <a:r>
              <a:rPr lang="en-US" dirty="0"/>
              <a:t> restock</a:t>
            </a:r>
          </a:p>
          <a:p>
            <a:r>
              <a:rPr lang="en-ID" dirty="0" err="1"/>
              <a:t>Kadang</a:t>
            </a:r>
            <a:r>
              <a:rPr lang="en-ID" dirty="0"/>
              <a:t> </a:t>
            </a:r>
            <a:r>
              <a:rPr lang="en-ID" dirty="0" err="1"/>
              <a:t>ada</a:t>
            </a:r>
            <a:r>
              <a:rPr lang="en-ID" dirty="0"/>
              <a:t> special request </a:t>
            </a:r>
            <a:r>
              <a:rPr lang="en-ID" dirty="0" err="1"/>
              <a:t>contoh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Irene : </a:t>
            </a:r>
            <a:r>
              <a:rPr lang="en-ID" dirty="0" err="1"/>
              <a:t>bawa</a:t>
            </a:r>
            <a:r>
              <a:rPr lang="en-ID" dirty="0"/>
              <a:t> new work gloves </a:t>
            </a:r>
            <a:r>
              <a:rPr lang="en-ID" dirty="0" err="1"/>
              <a:t>baru</a:t>
            </a:r>
            <a:r>
              <a:rPr lang="en-ID" dirty="0"/>
              <a:t> </a:t>
            </a:r>
          </a:p>
          <a:p>
            <a:pPr marL="0" indent="0">
              <a:buNone/>
            </a:pPr>
            <a:r>
              <a:rPr lang="en-ID" dirty="0" err="1"/>
              <a:t>Opsi</a:t>
            </a:r>
            <a:r>
              <a:rPr lang="en-ID" dirty="0"/>
              <a:t> </a:t>
            </a:r>
            <a:r>
              <a:rPr lang="en-ID" dirty="0" err="1"/>
              <a:t>jawaban</a:t>
            </a:r>
            <a:r>
              <a:rPr lang="en-ID" dirty="0"/>
              <a:t>:</a:t>
            </a:r>
          </a:p>
          <a:p>
            <a:r>
              <a:rPr lang="en-ID" dirty="0" err="1"/>
              <a:t>Ya</a:t>
            </a:r>
            <a:endParaRPr lang="en-ID" dirty="0"/>
          </a:p>
          <a:p>
            <a:r>
              <a:rPr lang="en-ID" dirty="0" err="1"/>
              <a:t>tidak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816103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105BB-B3C3-46B2-A7E0-63B6AE3FC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 and social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9B8DE-6ADA-46DE-88E8-8CAC5AD7C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Trust Bar* : </a:t>
            </a:r>
          </a:p>
          <a:p>
            <a:pPr marL="0" indent="0">
              <a:buNone/>
            </a:pPr>
            <a:r>
              <a:rPr lang="en-US" dirty="0"/>
              <a:t>Dapat </a:t>
            </a:r>
            <a:r>
              <a:rPr lang="en-US" dirty="0" err="1"/>
              <a:t>ditingkatkan</a:t>
            </a:r>
            <a:r>
              <a:rPr lang="en-US" dirty="0"/>
              <a:t> </a:t>
            </a:r>
            <a:r>
              <a:rPr lang="en-US" dirty="0" err="1"/>
              <a:t>melalui</a:t>
            </a:r>
            <a:r>
              <a:rPr lang="en-US" dirty="0"/>
              <a:t> 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 err="1"/>
              <a:t>Interaksi</a:t>
            </a:r>
            <a:r>
              <a:rPr lang="en-US" dirty="0"/>
              <a:t> (</a:t>
            </a:r>
            <a:r>
              <a:rPr lang="en-US" dirty="0" err="1"/>
              <a:t>percakapan</a:t>
            </a:r>
            <a:r>
              <a:rPr lang="en-US" dirty="0"/>
              <a:t> </a:t>
            </a:r>
            <a:r>
              <a:rPr lang="en-US" dirty="0" err="1"/>
              <a:t>singkat</a:t>
            </a:r>
            <a:r>
              <a:rPr lang="en-US" dirty="0"/>
              <a:t>), </a:t>
            </a:r>
            <a:r>
              <a:rPr lang="en-US" dirty="0" err="1"/>
              <a:t>observasi</a:t>
            </a:r>
            <a:r>
              <a:rPr lang="en-US" dirty="0"/>
              <a:t> </a:t>
            </a:r>
            <a:r>
              <a:rPr lang="en-US" dirty="0" err="1"/>
              <a:t>kebiasaan</a:t>
            </a:r>
            <a:r>
              <a:rPr lang="en-US" dirty="0"/>
              <a:t> NPC, </a:t>
            </a:r>
            <a:r>
              <a:rPr lang="en-US" dirty="0" err="1"/>
              <a:t>klik</a:t>
            </a:r>
            <a:r>
              <a:rPr lang="en-US" dirty="0"/>
              <a:t> item dan yang bisa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interaksi</a:t>
            </a:r>
            <a:r>
              <a:rPr lang="en-US" dirty="0"/>
              <a:t> dan </a:t>
            </a:r>
            <a:r>
              <a:rPr lang="en-US" dirty="0" err="1"/>
              <a:t>bertanya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 err="1"/>
              <a:t>Memenuhi</a:t>
            </a:r>
            <a:r>
              <a:rPr lang="en-US" dirty="0"/>
              <a:t> </a:t>
            </a:r>
            <a:r>
              <a:rPr lang="en-US" dirty="0" err="1"/>
              <a:t>permintaan</a:t>
            </a:r>
            <a:r>
              <a:rPr lang="en-US" dirty="0"/>
              <a:t> (Request barang)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 err="1"/>
              <a:t>Membantu</a:t>
            </a:r>
            <a:r>
              <a:rPr lang="en-US" dirty="0"/>
              <a:t> NPC (give for free/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direquest</a:t>
            </a:r>
            <a:r>
              <a:rPr lang="en-US" dirty="0"/>
              <a:t> atau </a:t>
            </a:r>
            <a:r>
              <a:rPr lang="en-US" dirty="0" err="1"/>
              <a:t>tidak</a:t>
            </a:r>
            <a:r>
              <a:rPr lang="en-US" dirty="0"/>
              <a:t>)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840438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02DB2-A302-4B16-BF4E-C4410D5F9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Yang </a:t>
            </a:r>
            <a:r>
              <a:rPr lang="en-US" dirty="0" err="1"/>
              <a:t>kita</a:t>
            </a:r>
            <a:r>
              <a:rPr lang="en-US" dirty="0"/>
              <a:t> achieved </a:t>
            </a:r>
            <a:r>
              <a:rPr lang="en-US" dirty="0" err="1"/>
              <a:t>dari</a:t>
            </a:r>
            <a:r>
              <a:rPr lang="en-US" dirty="0"/>
              <a:t> trust bar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5D110-333D-44DE-9E2A-C43CD98D5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Dialog baru (</a:t>
            </a:r>
            <a:r>
              <a:rPr lang="en-US" dirty="0" err="1"/>
              <a:t>mengenal</a:t>
            </a:r>
            <a:r>
              <a:rPr lang="en-US" dirty="0"/>
              <a:t> NPC lebih </a:t>
            </a:r>
            <a:r>
              <a:rPr lang="en-US" dirty="0" err="1"/>
              <a:t>dalam</a:t>
            </a:r>
            <a:r>
              <a:rPr lang="en-US" dirty="0"/>
              <a:t>)</a:t>
            </a:r>
          </a:p>
          <a:p>
            <a:r>
              <a:rPr lang="en-US" dirty="0"/>
              <a:t>Event baru (</a:t>
            </a:r>
            <a:r>
              <a:rPr lang="en-US" dirty="0" err="1"/>
              <a:t>misal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petani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dapat supply </a:t>
            </a:r>
            <a:r>
              <a:rPr lang="en-US" dirty="0" err="1"/>
              <a:t>buah</a:t>
            </a:r>
            <a:r>
              <a:rPr lang="en-US" dirty="0"/>
              <a:t> segar yang lebih </a:t>
            </a:r>
            <a:r>
              <a:rPr lang="en-US" dirty="0" err="1"/>
              <a:t>berkualitas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harga</a:t>
            </a:r>
            <a:r>
              <a:rPr lang="en-US" dirty="0"/>
              <a:t> yang lebih </a:t>
            </a:r>
            <a:r>
              <a:rPr lang="en-US" dirty="0" err="1"/>
              <a:t>murah</a:t>
            </a:r>
            <a:r>
              <a:rPr lang="en-US" dirty="0"/>
              <a:t>, </a:t>
            </a:r>
            <a:r>
              <a:rPr lang="en-US" dirty="0" err="1"/>
              <a:t>kita</a:t>
            </a:r>
            <a:r>
              <a:rPr lang="en-US" dirty="0"/>
              <a:t> dapat unique give </a:t>
            </a:r>
            <a:r>
              <a:rPr lang="en-US" dirty="0" err="1"/>
              <a:t>dari</a:t>
            </a:r>
            <a:r>
              <a:rPr lang="en-US" dirty="0"/>
              <a:t> costumer yang bisa </a:t>
            </a:r>
            <a:r>
              <a:rPr lang="en-US" dirty="0" err="1"/>
              <a:t>kita</a:t>
            </a:r>
            <a:r>
              <a:rPr lang="en-US" dirty="0"/>
              <a:t> pakai untuk </a:t>
            </a:r>
            <a:r>
              <a:rPr lang="en-US" dirty="0" err="1"/>
              <a:t>menghias</a:t>
            </a:r>
            <a:r>
              <a:rPr lang="en-US" dirty="0"/>
              <a:t> </a:t>
            </a:r>
            <a:r>
              <a:rPr lang="en-US" dirty="0" err="1"/>
              <a:t>toko</a:t>
            </a:r>
            <a:endParaRPr lang="en-US" dirty="0"/>
          </a:p>
          <a:p>
            <a:r>
              <a:rPr lang="en-ID" dirty="0"/>
              <a:t>Advanced Quest (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explore </a:t>
            </a:r>
            <a:r>
              <a:rPr lang="en-ID" dirty="0" err="1"/>
              <a:t>rumah</a:t>
            </a:r>
            <a:r>
              <a:rPr lang="en-ID" dirty="0"/>
              <a:t> NPC dan </a:t>
            </a:r>
            <a:r>
              <a:rPr lang="en-ID" dirty="0" err="1"/>
              <a:t>membantu</a:t>
            </a:r>
            <a:r>
              <a:rPr lang="en-ID" dirty="0"/>
              <a:t> </a:t>
            </a:r>
            <a:r>
              <a:rPr lang="en-ID" dirty="0" err="1"/>
              <a:t>mereka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special quest,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mendapat</a:t>
            </a:r>
            <a:r>
              <a:rPr lang="en-ID" dirty="0"/>
              <a:t> full support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mereka</a:t>
            </a:r>
            <a:r>
              <a:rPr lang="en-ID" dirty="0"/>
              <a:t>, dan </a:t>
            </a:r>
            <a:r>
              <a:rPr lang="en-ID" dirty="0" err="1"/>
              <a:t>tahu</a:t>
            </a:r>
            <a:r>
              <a:rPr lang="en-ID" dirty="0"/>
              <a:t> </a:t>
            </a:r>
            <a:r>
              <a:rPr lang="en-ID" dirty="0" err="1"/>
              <a:t>siapa</a:t>
            </a:r>
            <a:r>
              <a:rPr lang="en-ID" dirty="0"/>
              <a:t> </a:t>
            </a:r>
            <a:r>
              <a:rPr lang="en-ID" dirty="0" err="1"/>
              <a:t>mereka</a:t>
            </a:r>
            <a:r>
              <a:rPr lang="en-ID" dirty="0"/>
              <a:t> </a:t>
            </a:r>
            <a:r>
              <a:rPr lang="en-ID" dirty="0" err="1"/>
              <a:t>sepenuhnya</a:t>
            </a:r>
            <a:r>
              <a:rPr lang="en-ID" dirty="0"/>
              <a:t>, </a:t>
            </a:r>
            <a:r>
              <a:rPr lang="en-ID" dirty="0" err="1"/>
              <a:t>cerita</a:t>
            </a:r>
            <a:r>
              <a:rPr lang="en-ID" dirty="0"/>
              <a:t> </a:t>
            </a:r>
            <a:r>
              <a:rPr lang="en-ID" dirty="0" err="1"/>
              <a:t>hidup</a:t>
            </a:r>
            <a:r>
              <a:rPr lang="en-ID" dirty="0"/>
              <a:t> </a:t>
            </a:r>
            <a:r>
              <a:rPr lang="en-ID" dirty="0" err="1"/>
              <a:t>dll</a:t>
            </a:r>
            <a:r>
              <a:rPr lang="en-ID" dirty="0"/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10014758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59241-3E71-4079-BA3D-4A10D876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System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D51B6-652E-44E5-8939-D75264911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 Hari In-Game = 12 menit IRL</a:t>
            </a:r>
          </a:p>
          <a:p>
            <a:pPr marL="0" indent="0">
              <a:buNone/>
            </a:pPr>
            <a:r>
              <a:rPr lang="en-US" dirty="0"/>
              <a:t>Pagi, Siang, Malam</a:t>
            </a:r>
          </a:p>
          <a:p>
            <a:pPr marL="0" indent="0">
              <a:buNone/>
            </a:pPr>
            <a:r>
              <a:rPr lang="en-ID" dirty="0"/>
              <a:t>Waktu </a:t>
            </a:r>
            <a:r>
              <a:rPr lang="en-ID" dirty="0" err="1"/>
              <a:t>adalah</a:t>
            </a:r>
            <a:r>
              <a:rPr lang="en-ID" dirty="0"/>
              <a:t> currency</a:t>
            </a:r>
          </a:p>
          <a:p>
            <a:pPr marL="0" indent="0">
              <a:buNone/>
            </a:pPr>
            <a:endParaRPr lang="en-ID" dirty="0"/>
          </a:p>
          <a:p>
            <a:pPr marL="0" indent="0">
              <a:buNone/>
            </a:pPr>
            <a:r>
              <a:rPr lang="en-ID" dirty="0"/>
              <a:t>Restock, Order, </a:t>
            </a:r>
            <a:r>
              <a:rPr lang="en-ID" dirty="0" err="1"/>
              <a:t>Ngobrol</a:t>
            </a:r>
            <a:r>
              <a:rPr lang="en-ID" dirty="0"/>
              <a:t>(</a:t>
            </a:r>
            <a:r>
              <a:rPr lang="en-ID" dirty="0" err="1"/>
              <a:t>interaksi</a:t>
            </a:r>
            <a:r>
              <a:rPr lang="en-ID" dirty="0"/>
              <a:t>), Quest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9595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5934F-0FB7-472B-B6B7-9CCA78D6A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Personal Story System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46F2F-8479-4C26-B7E4-7EB9CD4E2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NPC </a:t>
            </a:r>
            <a:r>
              <a:rPr lang="en-US" dirty="0" err="1"/>
              <a:t>memiliki</a:t>
            </a:r>
            <a:r>
              <a:rPr lang="en-US" dirty="0"/>
              <a:t> Social bar/Trust bar yang </a:t>
            </a:r>
            <a:r>
              <a:rPr lang="en-US" dirty="0" err="1"/>
              <a:t>jika</a:t>
            </a:r>
            <a:r>
              <a:rPr lang="en-US" dirty="0"/>
              <a:t> penuh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membuka</a:t>
            </a:r>
            <a:r>
              <a:rPr lang="en-US" dirty="0"/>
              <a:t> advance quest.</a:t>
            </a:r>
          </a:p>
          <a:p>
            <a:r>
              <a:rPr lang="en-US" dirty="0" err="1"/>
              <a:t>Costumer</a:t>
            </a:r>
            <a:r>
              <a:rPr lang="en-US" dirty="0" err="1">
                <a:sym typeface="Wingdings" panose="05000000000000000000" pitchFamily="2" charset="2"/>
              </a:rPr>
              <a:t>RegularFriend</a:t>
            </a:r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194116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487FA-0709-4E37-84D8-9995747DA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Quest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1F9D1-46AC-4B19-A480-68AFFA6EB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: Irene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meminta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membantunya</a:t>
            </a:r>
            <a:r>
              <a:rPr lang="en-US" dirty="0"/>
              <a:t> </a:t>
            </a:r>
            <a:r>
              <a:rPr lang="en-US" dirty="0" err="1"/>
              <a:t>membangun</a:t>
            </a:r>
            <a:r>
              <a:rPr lang="en-US" dirty="0"/>
              <a:t> rumah </a:t>
            </a:r>
            <a:r>
              <a:rPr lang="en-US" dirty="0" err="1"/>
              <a:t>anjing</a:t>
            </a:r>
            <a:r>
              <a:rPr lang="en-US" dirty="0"/>
              <a:t> dan </a:t>
            </a:r>
            <a:r>
              <a:rPr lang="en-US" dirty="0" err="1"/>
              <a:t>kucing</a:t>
            </a:r>
            <a:r>
              <a:rPr lang="en-US" dirty="0"/>
              <a:t> </a:t>
            </a:r>
            <a:r>
              <a:rPr lang="en-US" dirty="0" err="1"/>
              <a:t>peliharaannya</a:t>
            </a:r>
            <a:endParaRPr lang="en-US" dirty="0"/>
          </a:p>
          <a:p>
            <a:r>
              <a:rPr lang="en-US" dirty="0" err="1"/>
              <a:t>Goob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meminta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membantunya</a:t>
            </a:r>
            <a:r>
              <a:rPr lang="en-US" dirty="0"/>
              <a:t> </a:t>
            </a:r>
            <a:r>
              <a:rPr lang="en-US" dirty="0" err="1"/>
              <a:t>memahat</a:t>
            </a:r>
            <a:r>
              <a:rPr lang="en-US" dirty="0"/>
              <a:t> batu Nisan baru </a:t>
            </a:r>
            <a:r>
              <a:rPr lang="en-US" dirty="0" err="1"/>
              <a:t>dikuburannya</a:t>
            </a:r>
            <a:endParaRPr lang="en-US" dirty="0"/>
          </a:p>
          <a:p>
            <a:r>
              <a:rPr lang="en-US" dirty="0" err="1"/>
              <a:t>Setiap</a:t>
            </a:r>
            <a:r>
              <a:rPr lang="en-US" dirty="0"/>
              <a:t> akhir advance quest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mendapat</a:t>
            </a:r>
            <a:r>
              <a:rPr lang="en-US" dirty="0"/>
              <a:t> special gift </a:t>
            </a:r>
            <a:r>
              <a:rPr lang="en-US" dirty="0" err="1"/>
              <a:t>dari</a:t>
            </a:r>
            <a:r>
              <a:rPr lang="en-US" dirty="0"/>
              <a:t> para NPC yang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bantu</a:t>
            </a:r>
            <a:endParaRPr lang="en-US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462363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76D72-1025-463D-8A70-86995EE8E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Community Progression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F4CF6-E04D-4F4B-A2E6-B9998600F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Semakin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terpercaya</a:t>
            </a:r>
            <a:r>
              <a:rPr lang="en-US" dirty="0"/>
              <a:t> di </a:t>
            </a:r>
            <a:r>
              <a:rPr lang="en-US" dirty="0" err="1"/>
              <a:t>valey</a:t>
            </a:r>
            <a:r>
              <a:rPr lang="en-US" dirty="0"/>
              <a:t>,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melihat</a:t>
            </a:r>
            <a:r>
              <a:rPr lang="en-US" dirty="0"/>
              <a:t> </a:t>
            </a:r>
            <a:r>
              <a:rPr lang="en-US" dirty="0" err="1"/>
              <a:t>hantu</a:t>
            </a:r>
            <a:r>
              <a:rPr lang="en-US" dirty="0"/>
              <a:t>, </a:t>
            </a:r>
            <a:r>
              <a:rPr lang="en-US" dirty="0" err="1"/>
              <a:t>manusia</a:t>
            </a:r>
            <a:r>
              <a:rPr lang="en-US" dirty="0"/>
              <a:t>, dan monster datang </a:t>
            </a:r>
            <a:r>
              <a:rPr lang="en-US" dirty="0" err="1"/>
              <a:t>diwaktu</a:t>
            </a:r>
            <a:r>
              <a:rPr lang="en-US" dirty="0"/>
              <a:t> yang sama dan </a:t>
            </a:r>
            <a:r>
              <a:rPr lang="en-US" dirty="0" err="1"/>
              <a:t>saling</a:t>
            </a:r>
            <a:r>
              <a:rPr lang="en-US" dirty="0"/>
              <a:t> </a:t>
            </a:r>
            <a:r>
              <a:rPr lang="en-US" dirty="0" err="1"/>
              <a:t>berinteraksi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sama </a:t>
            </a:r>
            <a:r>
              <a:rPr lang="en-US" dirty="0" err="1"/>
              <a:t>lainnya</a:t>
            </a:r>
            <a:r>
              <a:rPr lang="en-US" dirty="0"/>
              <a:t>.</a:t>
            </a:r>
          </a:p>
          <a:p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konsep</a:t>
            </a:r>
            <a:r>
              <a:rPr lang="en-US" dirty="0"/>
              <a:t> waktu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melihat</a:t>
            </a:r>
            <a:r>
              <a:rPr lang="en-US" dirty="0"/>
              <a:t> </a:t>
            </a:r>
            <a:r>
              <a:rPr lang="en-US" dirty="0" err="1"/>
              <a:t>manusia</a:t>
            </a:r>
            <a:r>
              <a:rPr lang="en-US" dirty="0"/>
              <a:t> datang pagi dan </a:t>
            </a:r>
            <a:r>
              <a:rPr lang="en-US" dirty="0" err="1"/>
              <a:t>siang</a:t>
            </a:r>
            <a:r>
              <a:rPr lang="en-US" dirty="0"/>
              <a:t>, sore ke </a:t>
            </a:r>
            <a:r>
              <a:rPr lang="en-US" dirty="0" err="1"/>
              <a:t>malam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dipenuhi</a:t>
            </a:r>
            <a:r>
              <a:rPr lang="en-US" dirty="0"/>
              <a:t> oleh monster dan </a:t>
            </a:r>
            <a:r>
              <a:rPr lang="en-US" dirty="0" err="1"/>
              <a:t>hantu</a:t>
            </a:r>
            <a:r>
              <a:rPr lang="en-US" dirty="0"/>
              <a:t>, </a:t>
            </a:r>
            <a:r>
              <a:rPr lang="en-US" dirty="0" err="1"/>
              <a:t>namun</a:t>
            </a:r>
            <a:r>
              <a:rPr lang="en-US" dirty="0"/>
              <a:t> Ketika </a:t>
            </a:r>
            <a:r>
              <a:rPr lang="en-US" dirty="0" err="1"/>
              <a:t>komunitas</a:t>
            </a:r>
            <a:r>
              <a:rPr lang="en-US" dirty="0"/>
              <a:t> sudah </a:t>
            </a:r>
            <a:r>
              <a:rPr lang="en-US" dirty="0" err="1"/>
              <a:t>diperbaiki</a:t>
            </a:r>
            <a:r>
              <a:rPr lang="en-US" dirty="0"/>
              <a:t>, </a:t>
            </a:r>
            <a:r>
              <a:rPr lang="en-US" dirty="0" err="1"/>
              <a:t>kita</a:t>
            </a:r>
            <a:r>
              <a:rPr lang="en-US" dirty="0"/>
              <a:t> bisa </a:t>
            </a:r>
            <a:r>
              <a:rPr lang="en-US" dirty="0" err="1"/>
              <a:t>melihat</a:t>
            </a:r>
            <a:r>
              <a:rPr lang="en-US" dirty="0"/>
              <a:t> </a:t>
            </a:r>
            <a:r>
              <a:rPr lang="en-US" dirty="0" err="1"/>
              <a:t>hantu</a:t>
            </a:r>
            <a:r>
              <a:rPr lang="en-US" dirty="0"/>
              <a:t> datang pagi </a:t>
            </a:r>
            <a:r>
              <a:rPr lang="en-US" dirty="0" err="1"/>
              <a:t>hari</a:t>
            </a:r>
            <a:r>
              <a:rPr lang="en-US" dirty="0"/>
              <a:t>, </a:t>
            </a:r>
            <a:r>
              <a:rPr lang="en-US" dirty="0" err="1"/>
              <a:t>manusia</a:t>
            </a:r>
            <a:r>
              <a:rPr lang="en-US" dirty="0"/>
              <a:t> </a:t>
            </a:r>
            <a:r>
              <a:rPr lang="en-US" dirty="0" err="1"/>
              <a:t>membantu</a:t>
            </a:r>
            <a:r>
              <a:rPr lang="en-US" dirty="0"/>
              <a:t> vampire datang ke </a:t>
            </a:r>
            <a:r>
              <a:rPr lang="en-US" dirty="0" err="1"/>
              <a:t>toko</a:t>
            </a:r>
            <a:r>
              <a:rPr lang="en-US" dirty="0"/>
              <a:t> di </a:t>
            </a:r>
            <a:r>
              <a:rPr lang="en-US" dirty="0" err="1"/>
              <a:t>siang</a:t>
            </a:r>
            <a:r>
              <a:rPr lang="en-US" dirty="0"/>
              <a:t> </a:t>
            </a:r>
            <a:r>
              <a:rPr lang="en-US" dirty="0" err="1"/>
              <a:t>hari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mengunakan</a:t>
            </a:r>
            <a:r>
              <a:rPr lang="en-US" dirty="0"/>
              <a:t> </a:t>
            </a:r>
            <a:r>
              <a:rPr lang="en-US" dirty="0" err="1"/>
              <a:t>payung</a:t>
            </a:r>
            <a:r>
              <a:rPr lang="en-US" dirty="0"/>
              <a:t>, </a:t>
            </a:r>
            <a:r>
              <a:rPr lang="en-US" dirty="0" err="1"/>
              <a:t>manusia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takut keluar di </a:t>
            </a:r>
            <a:r>
              <a:rPr lang="en-US" dirty="0" err="1"/>
              <a:t>malam</a:t>
            </a:r>
            <a:r>
              <a:rPr lang="en-US" dirty="0"/>
              <a:t> </a:t>
            </a:r>
            <a:r>
              <a:rPr lang="en-US" dirty="0" err="1"/>
              <a:t>hari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65297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032B4-3C7A-45CB-AA45-6CF489041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2004"/>
            <a:ext cx="10515600" cy="5874959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Contoh</a:t>
            </a:r>
            <a:r>
              <a:rPr lang="en-US" dirty="0"/>
              <a:t> benefit lain </a:t>
            </a:r>
            <a:r>
              <a:rPr lang="en-US" dirty="0" err="1"/>
              <a:t>dari</a:t>
            </a:r>
            <a:r>
              <a:rPr lang="en-US" dirty="0"/>
              <a:t> trust bar adalah special quest, </a:t>
            </a: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membutuhkan</a:t>
            </a:r>
            <a:r>
              <a:rPr lang="en-US" dirty="0"/>
              <a:t> </a:t>
            </a:r>
            <a:r>
              <a:rPr lang="en-US" dirty="0" err="1"/>
              <a:t>bantuan</a:t>
            </a:r>
            <a:r>
              <a:rPr lang="en-US" dirty="0"/>
              <a:t> </a:t>
            </a:r>
            <a:r>
              <a:rPr lang="en-US" dirty="0" err="1"/>
              <a:t>hantu</a:t>
            </a:r>
            <a:r>
              <a:rPr lang="en-US" dirty="0"/>
              <a:t> untuk </a:t>
            </a:r>
            <a:r>
              <a:rPr lang="en-US" dirty="0" err="1"/>
              <a:t>menembus</a:t>
            </a:r>
            <a:r>
              <a:rPr lang="en-US" dirty="0"/>
              <a:t> tembok ke </a:t>
            </a:r>
            <a:r>
              <a:rPr lang="en-US" dirty="0" err="1"/>
              <a:t>toko</a:t>
            </a:r>
            <a:r>
              <a:rPr lang="en-US" dirty="0"/>
              <a:t> </a:t>
            </a:r>
            <a:r>
              <a:rPr lang="en-US" dirty="0" err="1"/>
              <a:t>nenek</a:t>
            </a:r>
            <a:r>
              <a:rPr lang="en-US" dirty="0"/>
              <a:t> yang </a:t>
            </a:r>
            <a:r>
              <a:rPr lang="en-US" dirty="0" err="1"/>
              <a:t>disita</a:t>
            </a:r>
            <a:r>
              <a:rPr lang="en-US" dirty="0"/>
              <a:t> dan </a:t>
            </a:r>
            <a:r>
              <a:rPr lang="en-US" dirty="0" err="1"/>
              <a:t>membantu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melocate</a:t>
            </a:r>
            <a:r>
              <a:rPr lang="en-US" dirty="0"/>
              <a:t> barang yang </a:t>
            </a:r>
            <a:r>
              <a:rPr lang="en-US" dirty="0" err="1"/>
              <a:t>perlu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ambil (example heist mission)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424177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4C226-2A8B-4D6D-805C-C28DF2BB1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Prototype Scenario and Timeline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54382-978C-4FD7-BF41-060833599D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NPC Irene : </a:t>
            </a:r>
          </a:p>
          <a:p>
            <a:pPr marL="0" indent="0">
              <a:buNone/>
            </a:pPr>
            <a:r>
              <a:rPr lang="en-US" dirty="0"/>
              <a:t>Occupations : Greenhouse Worker</a:t>
            </a:r>
          </a:p>
          <a:p>
            <a:pPr marL="0" indent="0">
              <a:buNone/>
            </a:pPr>
            <a:r>
              <a:rPr lang="en-US" dirty="0"/>
              <a:t>Personality : </a:t>
            </a:r>
            <a:r>
              <a:rPr lang="en-US" dirty="0" err="1"/>
              <a:t>Pendiam</a:t>
            </a:r>
            <a:r>
              <a:rPr lang="en-US" dirty="0"/>
              <a:t>, </a:t>
            </a:r>
            <a:r>
              <a:rPr lang="en-US" dirty="0" err="1"/>
              <a:t>Lembut</a:t>
            </a:r>
            <a:r>
              <a:rPr lang="en-US" dirty="0"/>
              <a:t>, Rajin, </a:t>
            </a:r>
            <a:r>
              <a:rPr lang="en-US" dirty="0" err="1"/>
              <a:t>Tidak</a:t>
            </a:r>
            <a:r>
              <a:rPr lang="en-US" dirty="0"/>
              <a:t> suka </a:t>
            </a:r>
            <a:r>
              <a:rPr lang="en-US" dirty="0" err="1"/>
              <a:t>merepotkan</a:t>
            </a:r>
            <a:r>
              <a:rPr lang="en-US" dirty="0"/>
              <a:t> orang lain, sering </a:t>
            </a:r>
            <a:r>
              <a:rPr lang="en-US" dirty="0" err="1"/>
              <a:t>memendam</a:t>
            </a:r>
            <a:r>
              <a:rPr lang="en-US" dirty="0"/>
              <a:t> masalah sendiri.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Sering </a:t>
            </a:r>
            <a:r>
              <a:rPr lang="en-US" dirty="0" err="1"/>
              <a:t>membeli</a:t>
            </a:r>
            <a:r>
              <a:rPr lang="en-US" dirty="0"/>
              <a:t> : Bandage, Painkiller, Energy Drink, Work Gloves.</a:t>
            </a:r>
          </a:p>
          <a:p>
            <a:pPr marL="0" indent="0">
              <a:buNone/>
            </a:pPr>
            <a:r>
              <a:rPr lang="en-US" dirty="0"/>
              <a:t>Visual Clues : </a:t>
            </a:r>
            <a:r>
              <a:rPr lang="en-US" dirty="0" err="1"/>
              <a:t>Tangan</a:t>
            </a:r>
            <a:r>
              <a:rPr lang="en-US" dirty="0"/>
              <a:t> yang sering </a:t>
            </a:r>
            <a:r>
              <a:rPr lang="en-US" dirty="0" err="1"/>
              <a:t>diperban</a:t>
            </a:r>
            <a:r>
              <a:rPr lang="en-US" dirty="0"/>
              <a:t>, </a:t>
            </a:r>
            <a:r>
              <a:rPr lang="en-US" dirty="0" err="1"/>
              <a:t>sarung</a:t>
            </a:r>
            <a:r>
              <a:rPr lang="en-US" dirty="0"/>
              <a:t> </a:t>
            </a:r>
            <a:r>
              <a:rPr lang="en-US" dirty="0" err="1"/>
              <a:t>tangan</a:t>
            </a:r>
            <a:r>
              <a:rPr lang="en-US" dirty="0"/>
              <a:t> kerja (Gardening Gloves), </a:t>
            </a:r>
            <a:r>
              <a:rPr lang="en-US" dirty="0" err="1"/>
              <a:t>noda</a:t>
            </a:r>
            <a:r>
              <a:rPr lang="en-US" dirty="0"/>
              <a:t> </a:t>
            </a:r>
            <a:r>
              <a:rPr lang="en-US" dirty="0" err="1"/>
              <a:t>tanah</a:t>
            </a:r>
            <a:r>
              <a:rPr lang="en-US" dirty="0"/>
              <a:t> di </a:t>
            </a:r>
            <a:r>
              <a:rPr lang="en-US" dirty="0" err="1"/>
              <a:t>pakaian</a:t>
            </a:r>
            <a:r>
              <a:rPr lang="en-US" dirty="0"/>
              <a:t>, </a:t>
            </a:r>
            <a:r>
              <a:rPr lang="en-US" dirty="0" err="1"/>
              <a:t>terlilat</a:t>
            </a:r>
            <a:r>
              <a:rPr lang="en-US" dirty="0"/>
              <a:t> </a:t>
            </a:r>
            <a:r>
              <a:rPr lang="en-US" dirty="0" err="1"/>
              <a:t>lelah</a:t>
            </a:r>
            <a:r>
              <a:rPr lang="en-US" dirty="0"/>
              <a:t> </a:t>
            </a:r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menjelang</a:t>
            </a:r>
            <a:r>
              <a:rPr lang="en-US" dirty="0"/>
              <a:t> sore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3786387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CCC06-3677-4010-8196-A96CA2602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9783"/>
            <a:ext cx="10515600" cy="570718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Gooby</a:t>
            </a:r>
            <a:r>
              <a:rPr lang="en-US" dirty="0"/>
              <a:t> The Phantom</a:t>
            </a:r>
          </a:p>
          <a:p>
            <a:pPr marL="0" indent="0">
              <a:buNone/>
            </a:pPr>
            <a:r>
              <a:rPr lang="en-US" dirty="0"/>
              <a:t>Occupations : Ghost Costumer</a:t>
            </a:r>
          </a:p>
          <a:p>
            <a:pPr marL="0" indent="0">
              <a:buNone/>
            </a:pPr>
            <a:r>
              <a:rPr lang="en-US" dirty="0"/>
              <a:t>Personalities : Ceria, Aneh, </a:t>
            </a:r>
            <a:r>
              <a:rPr lang="en-US" dirty="0" err="1"/>
              <a:t>Pelupa</a:t>
            </a:r>
            <a:r>
              <a:rPr lang="en-US" dirty="0"/>
              <a:t>, </a:t>
            </a:r>
            <a:r>
              <a:rPr lang="en-US" dirty="0" err="1"/>
              <a:t>Nostalgis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Sering </a:t>
            </a:r>
            <a:r>
              <a:rPr lang="en-US" dirty="0" err="1"/>
              <a:t>membeli</a:t>
            </a:r>
            <a:r>
              <a:rPr lang="en-US" dirty="0"/>
              <a:t> : Phantom Ice Cream, Spirit water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0794263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022AA5-76B2-446A-9F00-309CE50685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012" y="788988"/>
            <a:ext cx="5387975" cy="5387975"/>
          </a:xfrm>
        </p:spPr>
      </p:pic>
    </p:spTree>
    <p:extLst>
      <p:ext uri="{BB962C8B-B14F-4D97-AF65-F5344CB8AC3E}">
        <p14:creationId xmlns:p14="http://schemas.microsoft.com/office/powerpoint/2010/main" val="26549623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7C894-2380-47BC-8B85-83ED765B6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2222"/>
          </a:xfrm>
        </p:spPr>
        <p:txBody>
          <a:bodyPr/>
          <a:lstStyle/>
          <a:p>
            <a:r>
              <a:rPr lang="en-US" b="1" dirty="0"/>
              <a:t>Hari  1 Start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9FD04-478E-41D2-A426-5CC27D567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9626"/>
            <a:ext cx="10515600" cy="4977337"/>
          </a:xfrm>
        </p:spPr>
        <p:txBody>
          <a:bodyPr>
            <a:normAutofit/>
          </a:bodyPr>
          <a:lstStyle/>
          <a:p>
            <a:r>
              <a:rPr lang="en-US" dirty="0" err="1"/>
              <a:t>Tujuan</a:t>
            </a:r>
            <a:r>
              <a:rPr lang="en-US" dirty="0"/>
              <a:t> : </a:t>
            </a:r>
            <a:r>
              <a:rPr lang="en-US" dirty="0" err="1"/>
              <a:t>Memperkenalkan</a:t>
            </a:r>
            <a:r>
              <a:rPr lang="en-US" dirty="0"/>
              <a:t> </a:t>
            </a:r>
            <a:r>
              <a:rPr lang="en-US" dirty="0" err="1"/>
              <a:t>toko</a:t>
            </a:r>
            <a:r>
              <a:rPr lang="en-US" dirty="0"/>
              <a:t> dan gameplay </a:t>
            </a:r>
            <a:r>
              <a:rPr lang="en-US" dirty="0" err="1"/>
              <a:t>dasar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Gameplay </a:t>
            </a:r>
          </a:p>
          <a:p>
            <a:pPr marL="0" indent="0">
              <a:buNone/>
            </a:pPr>
            <a:r>
              <a:rPr lang="en-US" dirty="0"/>
              <a:t>Player :</a:t>
            </a:r>
          </a:p>
          <a:p>
            <a:pPr marL="0" indent="0">
              <a:buNone/>
            </a:pPr>
            <a:r>
              <a:rPr lang="en-US" dirty="0" err="1"/>
              <a:t>Membuka</a:t>
            </a:r>
            <a:r>
              <a:rPr lang="en-US" dirty="0"/>
              <a:t> took, restock bread, water, bandage painkiller, barang aneh (Phantom Ice Cream)</a:t>
            </a:r>
          </a:p>
          <a:p>
            <a:pPr marL="0" indent="0">
              <a:buNone/>
            </a:pPr>
            <a:r>
              <a:rPr lang="en-US" dirty="0"/>
              <a:t>Irene datang : </a:t>
            </a:r>
            <a:r>
              <a:rPr lang="en-US" dirty="0" err="1"/>
              <a:t>membeli</a:t>
            </a:r>
            <a:r>
              <a:rPr lang="en-US" dirty="0"/>
              <a:t> bandage, painkiller</a:t>
            </a:r>
          </a:p>
          <a:p>
            <a:pPr marL="0" indent="0">
              <a:buNone/>
            </a:pPr>
            <a:r>
              <a:rPr lang="en-US" dirty="0"/>
              <a:t>Dialog : “Thanks”</a:t>
            </a:r>
          </a:p>
          <a:p>
            <a:pPr marL="0" indent="0">
              <a:buNone/>
            </a:pPr>
            <a:r>
              <a:rPr lang="en-US" dirty="0" err="1"/>
              <a:t>Pergi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NPC human lain datang : buy different item, short convo about new owner of the store, then left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9703130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9B40E-EC9A-4C0F-999A-EFB1DE531E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5894"/>
            <a:ext cx="10515600" cy="5791069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Gooby</a:t>
            </a:r>
            <a:r>
              <a:rPr lang="en-US" dirty="0"/>
              <a:t> datang : </a:t>
            </a:r>
            <a:r>
              <a:rPr lang="en-US" dirty="0" err="1"/>
              <a:t>suasana</a:t>
            </a:r>
            <a:r>
              <a:rPr lang="en-US" dirty="0"/>
              <a:t> took tiba </a:t>
            </a:r>
            <a:r>
              <a:rPr lang="en-US" dirty="0" err="1"/>
              <a:t>tiba</a:t>
            </a:r>
            <a:r>
              <a:rPr lang="en-US" dirty="0"/>
              <a:t> </a:t>
            </a:r>
            <a:r>
              <a:rPr lang="en-US" dirty="0" err="1"/>
              <a:t>sepi</a:t>
            </a:r>
            <a:r>
              <a:rPr lang="en-US" dirty="0"/>
              <a:t>, sore </a:t>
            </a:r>
            <a:r>
              <a:rPr lang="en-US" dirty="0" err="1"/>
              <a:t>hari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Dialog : boo</a:t>
            </a:r>
          </a:p>
          <a:p>
            <a:pPr marL="0" indent="0">
              <a:buNone/>
            </a:pPr>
            <a:r>
              <a:rPr lang="en-US" dirty="0" err="1"/>
              <a:t>Membeli</a:t>
            </a:r>
            <a:r>
              <a:rPr lang="en-US" dirty="0"/>
              <a:t> : Phantom Ice Cream</a:t>
            </a:r>
          </a:p>
          <a:p>
            <a:pPr marL="0" indent="0">
              <a:buNone/>
            </a:pPr>
            <a:r>
              <a:rPr lang="en-US" dirty="0" err="1"/>
              <a:t>Pergi</a:t>
            </a:r>
            <a:endParaRPr lang="en-US" dirty="0"/>
          </a:p>
          <a:p>
            <a:pPr marL="0" indent="0">
              <a:buNone/>
            </a:pPr>
            <a:r>
              <a:rPr lang="en-ID" dirty="0"/>
              <a:t>Akhir </a:t>
            </a:r>
            <a:r>
              <a:rPr lang="en-ID" dirty="0" err="1"/>
              <a:t>hari</a:t>
            </a:r>
            <a:r>
              <a:rPr lang="en-ID" dirty="0"/>
              <a:t> </a:t>
            </a:r>
            <a:r>
              <a:rPr lang="en-ID" dirty="0" err="1"/>
              <a:t>pertama</a:t>
            </a:r>
            <a:endParaRPr lang="en-ID" dirty="0"/>
          </a:p>
          <a:p>
            <a:pPr marL="0" indent="0">
              <a:buNone/>
            </a:pPr>
            <a:r>
              <a:rPr lang="en-ID" dirty="0" err="1"/>
              <a:t>Pendapatan</a:t>
            </a:r>
            <a:r>
              <a:rPr lang="en-ID" dirty="0"/>
              <a:t> </a:t>
            </a:r>
            <a:r>
              <a:rPr lang="en-ID" dirty="0" err="1"/>
              <a:t>dihitung</a:t>
            </a:r>
            <a:r>
              <a:rPr lang="en-ID" dirty="0"/>
              <a:t>, board report, </a:t>
            </a:r>
            <a:r>
              <a:rPr lang="en-ID" dirty="0" err="1"/>
              <a:t>pemain</a:t>
            </a:r>
            <a:r>
              <a:rPr lang="en-ID" dirty="0"/>
              <a:t> </a:t>
            </a:r>
            <a:r>
              <a:rPr lang="en-ID" dirty="0" err="1"/>
              <a:t>membayar</a:t>
            </a:r>
            <a:r>
              <a:rPr lang="en-ID" dirty="0"/>
              <a:t> tax, small restock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1379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379CD-5674-4960-9495-4B0B679A3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Hari 2 Patterns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353AA-380F-49EF-9B72-7713A8613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Irene Datang lagi </a:t>
            </a:r>
          </a:p>
          <a:p>
            <a:pPr marL="0" indent="0">
              <a:buNone/>
            </a:pPr>
            <a:r>
              <a:rPr lang="en-US" dirty="0" err="1"/>
              <a:t>Membeli</a:t>
            </a:r>
            <a:r>
              <a:rPr lang="en-US" dirty="0"/>
              <a:t> : Bandage, Painkiller</a:t>
            </a:r>
          </a:p>
          <a:p>
            <a:pPr marL="0" indent="0">
              <a:buNone/>
            </a:pPr>
            <a:r>
              <a:rPr lang="en-US" dirty="0"/>
              <a:t>Dialog : nice and early, beautiful day</a:t>
            </a:r>
          </a:p>
          <a:p>
            <a:pPr marL="0" indent="0">
              <a:buNone/>
            </a:pPr>
            <a:r>
              <a:rPr lang="en-US" dirty="0"/>
              <a:t>Left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Gooby</a:t>
            </a:r>
            <a:r>
              <a:rPr lang="en-US" dirty="0"/>
              <a:t> : phantom Ice Cream</a:t>
            </a:r>
          </a:p>
          <a:p>
            <a:pPr marL="0" indent="0">
              <a:buNone/>
            </a:pPr>
            <a:r>
              <a:rPr lang="en-US" dirty="0"/>
              <a:t>Looking at old picture at the store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4553253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05146-2008-4549-B85A-AFE7B9123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3673"/>
            <a:ext cx="10515600" cy="562329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Gameplay baru </a:t>
            </a:r>
          </a:p>
          <a:p>
            <a:pPr marL="0" indent="0">
              <a:buNone/>
            </a:pPr>
            <a:r>
              <a:rPr lang="en-US" dirty="0"/>
              <a:t>Limited Shelf Space</a:t>
            </a:r>
          </a:p>
          <a:p>
            <a:pPr marL="0" indent="0">
              <a:buNone/>
            </a:pPr>
            <a:r>
              <a:rPr lang="en-US" dirty="0" err="1"/>
              <a:t>Rak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6 Slot</a:t>
            </a:r>
          </a:p>
          <a:p>
            <a:pPr marL="0" indent="0">
              <a:buNone/>
            </a:pPr>
            <a:r>
              <a:rPr lang="en-US" dirty="0" err="1"/>
              <a:t>Pemain</a:t>
            </a:r>
            <a:r>
              <a:rPr lang="en-US" dirty="0"/>
              <a:t> </a:t>
            </a:r>
            <a:r>
              <a:rPr lang="en-US" dirty="0" err="1"/>
              <a:t>menerima</a:t>
            </a:r>
            <a:r>
              <a:rPr lang="en-US" dirty="0"/>
              <a:t> product baru : Energy Drink, </a:t>
            </a:r>
            <a:r>
              <a:rPr lang="en-US" dirty="0" err="1"/>
              <a:t>namun</a:t>
            </a:r>
            <a:r>
              <a:rPr lang="en-US" dirty="0"/>
              <a:t> </a:t>
            </a:r>
            <a:r>
              <a:rPr lang="en-US" dirty="0" err="1"/>
              <a:t>rak</a:t>
            </a:r>
            <a:r>
              <a:rPr lang="en-US" dirty="0"/>
              <a:t> penuh, </a:t>
            </a:r>
            <a:r>
              <a:rPr lang="en-US" dirty="0" err="1"/>
              <a:t>pemain</a:t>
            </a:r>
            <a:r>
              <a:rPr lang="en-US" dirty="0"/>
              <a:t> harus </a:t>
            </a:r>
            <a:r>
              <a:rPr lang="en-US" dirty="0" err="1"/>
              <a:t>memilih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produk</a:t>
            </a:r>
            <a:r>
              <a:rPr lang="en-US" dirty="0"/>
              <a:t> untuk </a:t>
            </a:r>
            <a:r>
              <a:rPr lang="en-US" dirty="0" err="1"/>
              <a:t>dihapus</a:t>
            </a:r>
            <a:r>
              <a:rPr lang="en-US" dirty="0"/>
              <a:t>, dan </a:t>
            </a:r>
            <a:r>
              <a:rPr lang="en-US" dirty="0" err="1"/>
              <a:t>menambah</a:t>
            </a:r>
            <a:r>
              <a:rPr lang="en-US" dirty="0"/>
              <a:t> </a:t>
            </a:r>
            <a:r>
              <a:rPr lang="en-US" dirty="0" err="1"/>
              <a:t>produk</a:t>
            </a:r>
            <a:r>
              <a:rPr lang="en-US" dirty="0"/>
              <a:t> baru</a:t>
            </a:r>
          </a:p>
          <a:p>
            <a:pPr marL="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5812295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56B0A-6C97-4EEE-8142-B23E1D840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2890"/>
          </a:xfrm>
        </p:spPr>
        <p:txBody>
          <a:bodyPr/>
          <a:lstStyle/>
          <a:p>
            <a:r>
              <a:rPr lang="en-US" b="1" dirty="0"/>
              <a:t>Hari ke 3 Special Quest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3135F-7F3F-4F11-815F-786A99ACE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0294"/>
            <a:ext cx="10515600" cy="4876669"/>
          </a:xfrm>
        </p:spPr>
        <p:txBody>
          <a:bodyPr/>
          <a:lstStyle/>
          <a:p>
            <a:r>
              <a:rPr lang="en-US" dirty="0"/>
              <a:t>Irene Request : Kalau bisa bawa </a:t>
            </a:r>
            <a:r>
              <a:rPr lang="en-US" dirty="0" err="1"/>
              <a:t>stok</a:t>
            </a:r>
            <a:r>
              <a:rPr lang="en-US" dirty="0"/>
              <a:t> Work Gloves baru besok</a:t>
            </a:r>
          </a:p>
          <a:p>
            <a:pPr marL="0" indent="0">
              <a:buNone/>
            </a:pPr>
            <a:r>
              <a:rPr lang="en-US" dirty="0" err="1"/>
              <a:t>Pilihan</a:t>
            </a:r>
            <a:r>
              <a:rPr lang="en-US" dirty="0"/>
              <a:t> : Order Gloves/Ignore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Gooby</a:t>
            </a:r>
            <a:r>
              <a:rPr lang="en-US" dirty="0"/>
              <a:t> Request : Punya sesuatu yang </a:t>
            </a:r>
            <a:r>
              <a:rPr lang="en-US" dirty="0" err="1"/>
              <a:t>berkilau</a:t>
            </a:r>
            <a:r>
              <a:rPr lang="en-US" dirty="0"/>
              <a:t>?</a:t>
            </a:r>
          </a:p>
          <a:p>
            <a:pPr marL="0" indent="0">
              <a:buNone/>
            </a:pPr>
            <a:r>
              <a:rPr lang="en-US" dirty="0" err="1"/>
              <a:t>Pilihan</a:t>
            </a:r>
            <a:r>
              <a:rPr lang="en-US" dirty="0"/>
              <a:t> : Cari </a:t>
            </a:r>
            <a:r>
              <a:rPr lang="en-US" dirty="0" err="1"/>
              <a:t>Produk</a:t>
            </a:r>
            <a:r>
              <a:rPr lang="en-US" dirty="0"/>
              <a:t> baru/Ignore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Gameplay baru : Product Demand = </a:t>
            </a:r>
            <a:r>
              <a:rPr lang="en-US" dirty="0" err="1"/>
              <a:t>Pelanggan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kebutuhan</a:t>
            </a:r>
            <a:r>
              <a:rPr lang="en-US" dirty="0"/>
              <a:t> </a:t>
            </a:r>
            <a:r>
              <a:rPr lang="en-US" dirty="0" err="1"/>
              <a:t>unik</a:t>
            </a:r>
            <a:r>
              <a:rPr lang="en-US" dirty="0"/>
              <a:t>, </a:t>
            </a:r>
            <a:r>
              <a:rPr lang="en-US" dirty="0" err="1"/>
              <a:t>memenuhi</a:t>
            </a:r>
            <a:r>
              <a:rPr lang="en-US" dirty="0"/>
              <a:t> </a:t>
            </a:r>
            <a:r>
              <a:rPr lang="en-US" dirty="0" err="1"/>
              <a:t>kebutuhan</a:t>
            </a:r>
            <a:r>
              <a:rPr lang="en-US" dirty="0"/>
              <a:t> : Trust Naik, Sales Naik</a:t>
            </a:r>
          </a:p>
          <a:p>
            <a:pPr marL="0" indent="0">
              <a:buNone/>
            </a:pPr>
            <a:r>
              <a:rPr lang="en-US" dirty="0" err="1"/>
              <a:t>Mengabaikan</a:t>
            </a:r>
            <a:r>
              <a:rPr lang="en-US" dirty="0"/>
              <a:t> </a:t>
            </a:r>
            <a:r>
              <a:rPr lang="en-US" dirty="0" err="1"/>
              <a:t>kebutuhan</a:t>
            </a:r>
            <a:r>
              <a:rPr lang="en-US" dirty="0"/>
              <a:t> :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hukuman</a:t>
            </a:r>
            <a:r>
              <a:rPr lang="en-US" dirty="0"/>
              <a:t> besar, </a:t>
            </a:r>
            <a:r>
              <a:rPr lang="en-US" dirty="0" err="1"/>
              <a:t>kehilangan</a:t>
            </a:r>
            <a:r>
              <a:rPr lang="en-US" dirty="0"/>
              <a:t> </a:t>
            </a:r>
            <a:r>
              <a:rPr lang="en-US" dirty="0" err="1"/>
              <a:t>kesempatan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4438880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60493-0EB9-466A-9E89-F4C3F6548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316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Hari ke 4 First Truth 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96F7C-2BAC-4190-B618-F252CDF8F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7681"/>
            <a:ext cx="10515600" cy="501928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Jika request </a:t>
            </a:r>
            <a:r>
              <a:rPr lang="en-US" dirty="0" err="1"/>
              <a:t>dipenuhi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Irene : trust </a:t>
            </a:r>
            <a:r>
              <a:rPr lang="en-US" dirty="0" err="1"/>
              <a:t>meningkat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Dialog : Aku </a:t>
            </a:r>
            <a:r>
              <a:rPr lang="en-US" dirty="0" err="1"/>
              <a:t>bekerja</a:t>
            </a:r>
            <a:r>
              <a:rPr lang="en-US" dirty="0"/>
              <a:t> di rumah </a:t>
            </a:r>
            <a:r>
              <a:rPr lang="en-US" dirty="0" err="1"/>
              <a:t>kaca</a:t>
            </a:r>
            <a:r>
              <a:rPr lang="en-US" dirty="0"/>
              <a:t> </a:t>
            </a:r>
            <a:r>
              <a:rPr lang="en-US" dirty="0" err="1"/>
              <a:t>desa</a:t>
            </a:r>
            <a:r>
              <a:rPr lang="en-US" dirty="0"/>
              <a:t>, belakangan ini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tanaman</a:t>
            </a:r>
            <a:r>
              <a:rPr lang="en-US" dirty="0"/>
              <a:t> yang harus </a:t>
            </a:r>
            <a:r>
              <a:rPr lang="en-US" dirty="0" err="1"/>
              <a:t>dirawat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Irene </a:t>
            </a:r>
            <a:r>
              <a:rPr lang="en-US" dirty="0" err="1"/>
              <a:t>membeli</a:t>
            </a:r>
            <a:r>
              <a:rPr lang="en-US" dirty="0"/>
              <a:t> : work gloves, Energy drink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Gooby</a:t>
            </a:r>
            <a:r>
              <a:rPr lang="en-US" dirty="0"/>
              <a:t>: trust </a:t>
            </a:r>
            <a:r>
              <a:rPr lang="en-US" dirty="0" err="1"/>
              <a:t>meningkat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Dialog : aku dulu sering datang ke </a:t>
            </a:r>
            <a:r>
              <a:rPr lang="en-US" dirty="0" err="1"/>
              <a:t>tempat</a:t>
            </a:r>
            <a:r>
              <a:rPr lang="en-US" dirty="0"/>
              <a:t> ini</a:t>
            </a:r>
          </a:p>
          <a:p>
            <a:pPr marL="0" indent="0">
              <a:buNone/>
            </a:pPr>
            <a:r>
              <a:rPr lang="en-US" dirty="0" err="1"/>
              <a:t>Gooby</a:t>
            </a:r>
            <a:r>
              <a:rPr lang="en-US" dirty="0"/>
              <a:t> </a:t>
            </a:r>
            <a:r>
              <a:rPr lang="en-US" dirty="0" err="1"/>
              <a:t>membeli</a:t>
            </a:r>
            <a:r>
              <a:rPr lang="en-US" dirty="0"/>
              <a:t> spirit water</a:t>
            </a:r>
          </a:p>
          <a:p>
            <a:pPr marL="0" indent="0">
              <a:buNone/>
            </a:pPr>
            <a:r>
              <a:rPr lang="en-US" dirty="0"/>
              <a:t>Daily tax from 50 G increase to 75G</a:t>
            </a:r>
          </a:p>
          <a:p>
            <a:pPr marL="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6932851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D9402-40BD-4B09-9ED8-89B0DCBB8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860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Hari ke 5 Advanced Event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A425C-8797-4685-AE04-6A503B4A6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3123"/>
            <a:ext cx="10515600" cy="52038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Irene Event : Irene datang </a:t>
            </a:r>
            <a:r>
              <a:rPr lang="en-US" sz="1600" dirty="0" err="1"/>
              <a:t>terlambat</a:t>
            </a:r>
            <a:r>
              <a:rPr lang="en-US" sz="1600" dirty="0"/>
              <a:t>, </a:t>
            </a:r>
            <a:r>
              <a:rPr lang="en-US" sz="1600" dirty="0" err="1"/>
              <a:t>terlihat</a:t>
            </a:r>
            <a:r>
              <a:rPr lang="en-US" sz="1600" dirty="0"/>
              <a:t> lebih </a:t>
            </a:r>
            <a:r>
              <a:rPr lang="en-US" sz="1600" dirty="0" err="1"/>
              <a:t>lelah</a:t>
            </a:r>
            <a:r>
              <a:rPr lang="en-US" sz="1600" dirty="0"/>
              <a:t> </a:t>
            </a:r>
            <a:r>
              <a:rPr lang="en-US" sz="1600" dirty="0" err="1"/>
              <a:t>dari</a:t>
            </a:r>
            <a:r>
              <a:rPr lang="en-US" sz="1600" dirty="0"/>
              <a:t> biasanya</a:t>
            </a:r>
          </a:p>
          <a:p>
            <a:pPr marL="0" indent="0">
              <a:buNone/>
            </a:pPr>
            <a:r>
              <a:rPr lang="en-US" sz="1600" dirty="0"/>
              <a:t>Setelah </a:t>
            </a:r>
            <a:r>
              <a:rPr lang="en-US" sz="1600" dirty="0" err="1"/>
              <a:t>toko</a:t>
            </a:r>
            <a:r>
              <a:rPr lang="en-US" sz="1600" dirty="0"/>
              <a:t> </a:t>
            </a:r>
            <a:r>
              <a:rPr lang="en-US" sz="1600" dirty="0" err="1"/>
              <a:t>tutup</a:t>
            </a:r>
            <a:r>
              <a:rPr lang="en-US" sz="1600" dirty="0"/>
              <a:t> : bisa </a:t>
            </a:r>
            <a:r>
              <a:rPr lang="en-US" sz="1600" dirty="0" err="1"/>
              <a:t>bantu</a:t>
            </a:r>
            <a:r>
              <a:rPr lang="en-US" sz="1600" dirty="0"/>
              <a:t> aku </a:t>
            </a:r>
            <a:r>
              <a:rPr lang="en-US" sz="1600" dirty="0" err="1"/>
              <a:t>memindahkan</a:t>
            </a:r>
            <a:r>
              <a:rPr lang="en-US" sz="1600" dirty="0"/>
              <a:t> beberapa pot </a:t>
            </a:r>
            <a:r>
              <a:rPr lang="en-US" sz="1600" dirty="0" err="1"/>
              <a:t>tanaman</a:t>
            </a:r>
            <a:r>
              <a:rPr lang="en-US" sz="1600" dirty="0"/>
              <a:t>?</a:t>
            </a:r>
          </a:p>
          <a:p>
            <a:pPr marL="0" indent="0">
              <a:buNone/>
            </a:pPr>
            <a:r>
              <a:rPr lang="en-US" sz="1600" dirty="0" err="1"/>
              <a:t>Pilihan</a:t>
            </a:r>
            <a:r>
              <a:rPr lang="en-US" sz="1600" dirty="0"/>
              <a:t> : Stay Open( Profit/trust)</a:t>
            </a:r>
          </a:p>
          <a:p>
            <a:pPr marL="0" indent="0">
              <a:buNone/>
            </a:pPr>
            <a:r>
              <a:rPr lang="en-US" sz="1600" dirty="0"/>
              <a:t>Help </a:t>
            </a:r>
            <a:r>
              <a:rPr lang="en-US" sz="1600" dirty="0" err="1"/>
              <a:t>irene</a:t>
            </a:r>
            <a:r>
              <a:rPr lang="en-US" sz="1600" dirty="0"/>
              <a:t> : </a:t>
            </a:r>
            <a:r>
              <a:rPr lang="en-US" sz="1600" dirty="0" err="1"/>
              <a:t>Profit,Trust</a:t>
            </a:r>
            <a:r>
              <a:rPr lang="en-US" sz="1600" dirty="0"/>
              <a:t>, Story Progress</a:t>
            </a:r>
          </a:p>
          <a:p>
            <a:pPr marL="0" indent="0">
              <a:buNone/>
            </a:pPr>
            <a:r>
              <a:rPr lang="en-US" sz="1600" dirty="0"/>
              <a:t>If Help : player </a:t>
            </a:r>
            <a:r>
              <a:rPr lang="en-US" sz="1600" dirty="0" err="1"/>
              <a:t>mengunjungi</a:t>
            </a:r>
            <a:r>
              <a:rPr lang="en-US" sz="1600" dirty="0"/>
              <a:t> area greenhouse </a:t>
            </a:r>
            <a:r>
              <a:rPr lang="en-US" sz="1600" dirty="0" err="1"/>
              <a:t>kecil</a:t>
            </a:r>
            <a:endParaRPr lang="en-US" sz="1600" dirty="0"/>
          </a:p>
          <a:p>
            <a:pPr marL="0" indent="0">
              <a:buNone/>
            </a:pPr>
            <a:r>
              <a:rPr lang="en-US" sz="1600" dirty="0" err="1"/>
              <a:t>Melihat</a:t>
            </a:r>
            <a:r>
              <a:rPr lang="en-US" sz="1600" dirty="0"/>
              <a:t> : </a:t>
            </a:r>
            <a:r>
              <a:rPr lang="en-US" sz="1600" dirty="0" err="1"/>
              <a:t>tanaman</a:t>
            </a:r>
            <a:r>
              <a:rPr lang="en-US" sz="1600" dirty="0"/>
              <a:t> sehat, pot </a:t>
            </a:r>
            <a:r>
              <a:rPr lang="en-US" sz="1600" dirty="0" err="1"/>
              <a:t>rusak</a:t>
            </a:r>
            <a:r>
              <a:rPr lang="en-US" sz="1600" dirty="0"/>
              <a:t>, </a:t>
            </a:r>
            <a:r>
              <a:rPr lang="en-US" sz="1600" dirty="0" err="1"/>
              <a:t>satu</a:t>
            </a:r>
            <a:r>
              <a:rPr lang="en-US" sz="1600" dirty="0"/>
              <a:t> </a:t>
            </a:r>
            <a:r>
              <a:rPr lang="en-US" sz="1600" dirty="0" err="1"/>
              <a:t>sudut</a:t>
            </a:r>
            <a:r>
              <a:rPr lang="en-US" sz="1600" dirty="0"/>
              <a:t> </a:t>
            </a:r>
            <a:r>
              <a:rPr lang="en-US" sz="1600" dirty="0" err="1"/>
              <a:t>ruangan</a:t>
            </a:r>
            <a:r>
              <a:rPr lang="en-US" sz="1600" dirty="0"/>
              <a:t> </a:t>
            </a:r>
            <a:r>
              <a:rPr lang="en-US" sz="1600" dirty="0" err="1"/>
              <a:t>terawat</a:t>
            </a:r>
            <a:r>
              <a:rPr lang="en-US" sz="1600" dirty="0"/>
              <a:t> lebih bagus</a:t>
            </a:r>
          </a:p>
          <a:p>
            <a:pPr marL="0" indent="0">
              <a:buNone/>
            </a:pPr>
            <a:r>
              <a:rPr lang="en-US" sz="1600" dirty="0" err="1"/>
              <a:t>Saat</a:t>
            </a:r>
            <a:r>
              <a:rPr lang="en-US" sz="1600" dirty="0"/>
              <a:t> ditanya : Yang ini </a:t>
            </a:r>
            <a:r>
              <a:rPr lang="en-US" sz="1600" dirty="0" err="1"/>
              <a:t>berbeda</a:t>
            </a:r>
            <a:r>
              <a:rPr lang="en-US" sz="1600" dirty="0"/>
              <a:t>, Irene </a:t>
            </a:r>
            <a:r>
              <a:rPr lang="en-US" sz="1600" dirty="0" err="1"/>
              <a:t>menjawab</a:t>
            </a:r>
            <a:r>
              <a:rPr lang="en-US" sz="1600" dirty="0"/>
              <a:t> “Ini </a:t>
            </a:r>
            <a:r>
              <a:rPr lang="en-US" sz="1600" dirty="0" err="1"/>
              <a:t>bunga</a:t>
            </a:r>
            <a:r>
              <a:rPr lang="en-US" sz="1600" dirty="0"/>
              <a:t> </a:t>
            </a:r>
            <a:r>
              <a:rPr lang="en-US" sz="1600" dirty="0" err="1"/>
              <a:t>favorit</a:t>
            </a:r>
            <a:r>
              <a:rPr lang="en-US" sz="1600" dirty="0"/>
              <a:t> </a:t>
            </a:r>
            <a:r>
              <a:rPr lang="en-US" sz="1600" dirty="0" err="1"/>
              <a:t>Ibuku</a:t>
            </a:r>
            <a:r>
              <a:rPr lang="en-US" sz="1600" dirty="0"/>
              <a:t>” dan langsung </a:t>
            </a:r>
            <a:r>
              <a:rPr lang="en-US" sz="1600" dirty="0" err="1"/>
              <a:t>mengganti</a:t>
            </a:r>
            <a:r>
              <a:rPr lang="en-US" sz="1600" dirty="0"/>
              <a:t> </a:t>
            </a:r>
            <a:r>
              <a:rPr lang="en-US" sz="1600" dirty="0" err="1"/>
              <a:t>topik</a:t>
            </a:r>
            <a:r>
              <a:rPr lang="en-US" sz="1600" dirty="0"/>
              <a:t> (hook </a:t>
            </a:r>
            <a:r>
              <a:rPr lang="en-US" sz="1600" dirty="0" err="1"/>
              <a:t>cerita</a:t>
            </a:r>
            <a:r>
              <a:rPr lang="en-US" sz="1600" dirty="0"/>
              <a:t>)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 err="1"/>
              <a:t>Gooby</a:t>
            </a:r>
            <a:r>
              <a:rPr lang="en-US" sz="1600" dirty="0"/>
              <a:t> Event :</a:t>
            </a:r>
          </a:p>
          <a:p>
            <a:pPr marL="0" indent="0">
              <a:buNone/>
            </a:pPr>
            <a:r>
              <a:rPr lang="en-US" sz="1600" dirty="0" err="1"/>
              <a:t>Gooby</a:t>
            </a:r>
            <a:r>
              <a:rPr lang="en-US" sz="1600" dirty="0"/>
              <a:t> </a:t>
            </a:r>
            <a:r>
              <a:rPr lang="en-US" sz="1600" dirty="0" err="1"/>
              <a:t>berkata</a:t>
            </a:r>
            <a:r>
              <a:rPr lang="en-US" sz="1600" dirty="0"/>
              <a:t> : Aku lupa </a:t>
            </a:r>
            <a:r>
              <a:rPr lang="en-US" sz="1600" dirty="0" err="1"/>
              <a:t>menaruh</a:t>
            </a:r>
            <a:r>
              <a:rPr lang="en-US" sz="1600" dirty="0"/>
              <a:t> sesuatu di took ini</a:t>
            </a:r>
          </a:p>
          <a:p>
            <a:pPr marL="0" indent="0">
              <a:buNone/>
            </a:pPr>
            <a:r>
              <a:rPr lang="en-US" sz="1600" dirty="0"/>
              <a:t>Player </a:t>
            </a:r>
            <a:r>
              <a:rPr lang="en-US" sz="1600" dirty="0" err="1"/>
              <a:t>membantu</a:t>
            </a:r>
            <a:r>
              <a:rPr lang="en-US" sz="1600" dirty="0"/>
              <a:t> </a:t>
            </a:r>
            <a:r>
              <a:rPr lang="en-US" sz="1600" dirty="0" err="1"/>
              <a:t>mencari</a:t>
            </a:r>
            <a:r>
              <a:rPr lang="en-US" sz="1600" dirty="0"/>
              <a:t> </a:t>
            </a:r>
            <a:r>
              <a:rPr lang="en-US" sz="1600" dirty="0" err="1"/>
              <a:t>benda</a:t>
            </a:r>
            <a:r>
              <a:rPr lang="en-US" sz="1600" dirty="0"/>
              <a:t> </a:t>
            </a:r>
            <a:r>
              <a:rPr lang="en-US" sz="1600" dirty="0" err="1"/>
              <a:t>tersebut</a:t>
            </a:r>
            <a:r>
              <a:rPr lang="en-US" sz="1600" dirty="0"/>
              <a:t>, gameplay simple : cari object di took. Jika </a:t>
            </a:r>
            <a:r>
              <a:rPr lang="en-US" sz="1600" dirty="0" err="1"/>
              <a:t>berhasil</a:t>
            </a:r>
            <a:r>
              <a:rPr lang="en-US" sz="1600" dirty="0"/>
              <a:t> trust </a:t>
            </a:r>
            <a:r>
              <a:rPr lang="en-US" sz="1600" dirty="0" err="1"/>
              <a:t>meningkat</a:t>
            </a:r>
            <a:endParaRPr lang="en-ID" sz="1600" dirty="0"/>
          </a:p>
        </p:txBody>
      </p:sp>
    </p:spTree>
    <p:extLst>
      <p:ext uri="{BB962C8B-B14F-4D97-AF65-F5344CB8AC3E}">
        <p14:creationId xmlns:p14="http://schemas.microsoft.com/office/powerpoint/2010/main" val="5956513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8CEFF-89FF-459E-8514-9F144E960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Hari ke 6 Shut Down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288D1-7514-41C3-9EE1-6B4C3EE83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 err="1"/>
              <a:t>Pemain</a:t>
            </a:r>
            <a:r>
              <a:rPr lang="en-US" sz="1400" dirty="0"/>
              <a:t> </a:t>
            </a:r>
            <a:r>
              <a:rPr lang="en-US" sz="1400" dirty="0" err="1"/>
              <a:t>melihat</a:t>
            </a:r>
            <a:r>
              <a:rPr lang="en-US" sz="1400" dirty="0"/>
              <a:t> ke depan took pagi </a:t>
            </a:r>
            <a:r>
              <a:rPr lang="en-US" sz="1400" dirty="0" err="1"/>
              <a:t>hari</a:t>
            </a:r>
            <a:r>
              <a:rPr lang="en-US" sz="1400" dirty="0"/>
              <a:t>, took sudah </a:t>
            </a:r>
            <a:r>
              <a:rPr lang="en-US" sz="1400" dirty="0" err="1"/>
              <a:t>tertutup</a:t>
            </a:r>
            <a:r>
              <a:rPr lang="en-US" sz="1400" dirty="0"/>
              <a:t>, tulisan </a:t>
            </a:r>
            <a:r>
              <a:rPr lang="en-US" sz="1400" dirty="0" err="1"/>
              <a:t>papan</a:t>
            </a:r>
            <a:r>
              <a:rPr lang="en-US" sz="1400" dirty="0"/>
              <a:t> </a:t>
            </a:r>
            <a:r>
              <a:rPr lang="en-US" sz="1400" dirty="0" err="1"/>
              <a:t>didepan</a:t>
            </a:r>
            <a:r>
              <a:rPr lang="en-US" sz="1400" dirty="0"/>
              <a:t> </a:t>
            </a:r>
            <a:r>
              <a:rPr lang="en-US" sz="1400" dirty="0" err="1"/>
              <a:t>dengan</a:t>
            </a:r>
            <a:r>
              <a:rPr lang="en-US" sz="1400" dirty="0"/>
              <a:t> </a:t>
            </a:r>
            <a:r>
              <a:rPr lang="en-US" sz="1400" dirty="0" err="1"/>
              <a:t>surat</a:t>
            </a:r>
            <a:r>
              <a:rPr lang="en-US" sz="1400" dirty="0"/>
              <a:t> took </a:t>
            </a:r>
            <a:r>
              <a:rPr lang="en-US" sz="1400" dirty="0" err="1"/>
              <a:t>ditutup</a:t>
            </a:r>
            <a:r>
              <a:rPr lang="en-US" sz="1400" dirty="0"/>
              <a:t> </a:t>
            </a:r>
            <a:r>
              <a:rPr lang="en-US" sz="1400" dirty="0" err="1"/>
              <a:t>valey’s</a:t>
            </a:r>
            <a:r>
              <a:rPr lang="en-US" sz="1400" dirty="0"/>
              <a:t> Head</a:t>
            </a:r>
          </a:p>
          <a:p>
            <a:pPr marL="0" indent="0">
              <a:buNone/>
            </a:pPr>
            <a:r>
              <a:rPr lang="en-US" sz="1400" dirty="0" err="1"/>
              <a:t>Pemain</a:t>
            </a:r>
            <a:r>
              <a:rPr lang="en-US" sz="1400" dirty="0"/>
              <a:t> </a:t>
            </a:r>
            <a:r>
              <a:rPr lang="en-US" sz="1400" dirty="0" err="1"/>
              <a:t>tidak</a:t>
            </a:r>
            <a:r>
              <a:rPr lang="en-US" sz="1400" dirty="0"/>
              <a:t> bisa masuk</a:t>
            </a:r>
          </a:p>
          <a:p>
            <a:pPr marL="0" indent="0">
              <a:buNone/>
            </a:pPr>
            <a:r>
              <a:rPr lang="en-US" sz="1400" dirty="0"/>
              <a:t>Dialog: “….” </a:t>
            </a:r>
          </a:p>
          <a:p>
            <a:pPr marL="0" indent="0">
              <a:buNone/>
            </a:pPr>
            <a:r>
              <a:rPr lang="en-US" sz="1400" dirty="0" err="1"/>
              <a:t>Pemain</a:t>
            </a:r>
            <a:r>
              <a:rPr lang="en-US" sz="1400" dirty="0"/>
              <a:t> </a:t>
            </a:r>
            <a:r>
              <a:rPr lang="en-US" sz="1400" dirty="0" err="1"/>
              <a:t>membaca</a:t>
            </a:r>
            <a:r>
              <a:rPr lang="en-US" sz="1400" dirty="0"/>
              <a:t> </a:t>
            </a:r>
            <a:r>
              <a:rPr lang="en-US" sz="1400" dirty="0" err="1"/>
              <a:t>surat</a:t>
            </a:r>
            <a:r>
              <a:rPr lang="en-US" sz="1400" dirty="0"/>
              <a:t> </a:t>
            </a:r>
            <a:r>
              <a:rPr lang="en-ID" sz="1400" dirty="0" err="1"/>
              <a:t>Penutupan</a:t>
            </a:r>
            <a:endParaRPr lang="en-ID" sz="1400" dirty="0"/>
          </a:p>
          <a:p>
            <a:pPr marL="0" indent="0">
              <a:buNone/>
            </a:pPr>
            <a:r>
              <a:rPr lang="en-ID" sz="1400" dirty="0"/>
              <a:t>Irene </a:t>
            </a:r>
            <a:r>
              <a:rPr lang="en-ID" sz="1400" dirty="0" err="1"/>
              <a:t>datang</a:t>
            </a:r>
            <a:r>
              <a:rPr lang="en-ID" sz="1400" dirty="0"/>
              <a:t> </a:t>
            </a:r>
            <a:r>
              <a:rPr lang="en-ID" sz="1400" dirty="0" err="1"/>
              <a:t>jika</a:t>
            </a:r>
            <a:r>
              <a:rPr lang="en-ID" sz="1400" dirty="0"/>
              <a:t> trust </a:t>
            </a:r>
            <a:r>
              <a:rPr lang="en-ID" sz="1400" dirty="0" err="1"/>
              <a:t>cukup</a:t>
            </a:r>
            <a:r>
              <a:rPr lang="en-ID" sz="1400" dirty="0"/>
              <a:t> </a:t>
            </a:r>
            <a:r>
              <a:rPr lang="en-ID" sz="1400" dirty="0" err="1"/>
              <a:t>tinggi</a:t>
            </a:r>
            <a:r>
              <a:rPr lang="en-ID" sz="1400" dirty="0"/>
              <a:t>. “Aku </a:t>
            </a:r>
            <a:r>
              <a:rPr lang="en-ID" sz="1400" dirty="0" err="1"/>
              <a:t>dengar</a:t>
            </a:r>
            <a:r>
              <a:rPr lang="en-ID" sz="1400" dirty="0"/>
              <a:t> </a:t>
            </a:r>
            <a:r>
              <a:rPr lang="en-ID" sz="1400" dirty="0" err="1"/>
              <a:t>kabarnya</a:t>
            </a:r>
            <a:r>
              <a:rPr lang="en-ID" sz="1400" dirty="0"/>
              <a:t> </a:t>
            </a:r>
            <a:r>
              <a:rPr lang="en-ID" sz="1400" dirty="0" err="1"/>
              <a:t>pagi</a:t>
            </a:r>
            <a:r>
              <a:rPr lang="en-ID" sz="1400" dirty="0"/>
              <a:t> </a:t>
            </a:r>
            <a:r>
              <a:rPr lang="en-ID" sz="1400" dirty="0" err="1"/>
              <a:t>tadi</a:t>
            </a:r>
            <a:r>
              <a:rPr lang="en-ID" sz="1400" dirty="0"/>
              <a:t>”, “</a:t>
            </a:r>
            <a:r>
              <a:rPr lang="en-ID" sz="1400" dirty="0" err="1"/>
              <a:t>Maaf</a:t>
            </a:r>
            <a:r>
              <a:rPr lang="en-ID" sz="1400" dirty="0"/>
              <a:t>” </a:t>
            </a:r>
          </a:p>
          <a:p>
            <a:pPr marL="0" indent="0">
              <a:buNone/>
            </a:pPr>
            <a:r>
              <a:rPr lang="en-ID" sz="1400" dirty="0" err="1"/>
              <a:t>Gooby</a:t>
            </a:r>
            <a:r>
              <a:rPr lang="en-ID" sz="1400" dirty="0"/>
              <a:t> </a:t>
            </a:r>
            <a:r>
              <a:rPr lang="en-ID" sz="1400" dirty="0" err="1"/>
              <a:t>datang</a:t>
            </a:r>
            <a:r>
              <a:rPr lang="en-ID" sz="1400" dirty="0"/>
              <a:t> : “</a:t>
            </a:r>
            <a:r>
              <a:rPr lang="en-ID" sz="1400" dirty="0" err="1"/>
              <a:t>Tempat</a:t>
            </a:r>
            <a:r>
              <a:rPr lang="en-ID" sz="1400" dirty="0"/>
              <a:t> </a:t>
            </a:r>
            <a:r>
              <a:rPr lang="en-ID" sz="1400" dirty="0" err="1"/>
              <a:t>ini</a:t>
            </a:r>
            <a:r>
              <a:rPr lang="en-ID" sz="1400" dirty="0"/>
              <a:t>” “</a:t>
            </a:r>
            <a:r>
              <a:rPr lang="en-ID" sz="1400" dirty="0" err="1"/>
              <a:t>sudah</a:t>
            </a:r>
            <a:r>
              <a:rPr lang="en-ID" sz="1400" dirty="0"/>
              <a:t> lama </a:t>
            </a:r>
            <a:r>
              <a:rPr lang="en-ID" sz="1400" dirty="0" err="1"/>
              <a:t>sekali</a:t>
            </a:r>
            <a:r>
              <a:rPr lang="en-ID" sz="1400" dirty="0"/>
              <a:t> </a:t>
            </a:r>
            <a:r>
              <a:rPr lang="en-ID" sz="1400" dirty="0" err="1"/>
              <a:t>berdiri</a:t>
            </a:r>
            <a:r>
              <a:rPr lang="en-ID" sz="1400" dirty="0"/>
              <a:t>” “boo” </a:t>
            </a:r>
          </a:p>
          <a:p>
            <a:pPr marL="0" indent="0">
              <a:buNone/>
            </a:pPr>
            <a:r>
              <a:rPr lang="en-ID" sz="1400" dirty="0"/>
              <a:t>Setelah </a:t>
            </a:r>
            <a:r>
              <a:rPr lang="en-ID" sz="1400" dirty="0" err="1"/>
              <a:t>membaca</a:t>
            </a:r>
            <a:r>
              <a:rPr lang="en-ID" sz="1400" dirty="0"/>
              <a:t> </a:t>
            </a:r>
            <a:r>
              <a:rPr lang="en-ID" sz="1400" dirty="0" err="1"/>
              <a:t>lebih</a:t>
            </a:r>
            <a:r>
              <a:rPr lang="en-ID" sz="1400" dirty="0"/>
              <a:t> </a:t>
            </a:r>
            <a:r>
              <a:rPr lang="en-ID" sz="1400" dirty="0" err="1"/>
              <a:t>lanjut</a:t>
            </a:r>
            <a:r>
              <a:rPr lang="en-ID" sz="1400" dirty="0"/>
              <a:t>, </a:t>
            </a:r>
            <a:r>
              <a:rPr lang="en-ID" sz="1400" dirty="0" err="1"/>
              <a:t>pemain</a:t>
            </a:r>
            <a:r>
              <a:rPr lang="en-ID" sz="1400" dirty="0"/>
              <a:t> </a:t>
            </a:r>
            <a:r>
              <a:rPr lang="en-ID" sz="1400" dirty="0" err="1"/>
              <a:t>mengetahui</a:t>
            </a:r>
            <a:r>
              <a:rPr lang="en-ID" sz="1400" dirty="0"/>
              <a:t> </a:t>
            </a:r>
            <a:r>
              <a:rPr lang="en-ID" sz="1400" dirty="0" err="1"/>
              <a:t>bahwa</a:t>
            </a:r>
            <a:r>
              <a:rPr lang="en-ID" sz="1400" dirty="0"/>
              <a:t> toko </a:t>
            </a:r>
            <a:r>
              <a:rPr lang="en-ID" sz="1400" dirty="0" err="1"/>
              <a:t>akan</a:t>
            </a:r>
            <a:r>
              <a:rPr lang="en-ID" sz="1400" dirty="0"/>
              <a:t> </a:t>
            </a:r>
            <a:r>
              <a:rPr lang="en-ID" sz="1400" dirty="0" err="1"/>
              <a:t>dilelang</a:t>
            </a:r>
            <a:r>
              <a:rPr lang="en-ID" sz="1400" dirty="0"/>
              <a:t> </a:t>
            </a:r>
            <a:r>
              <a:rPr lang="en-ID" sz="1400" dirty="0" err="1"/>
              <a:t>dalam</a:t>
            </a:r>
            <a:r>
              <a:rPr lang="en-ID" sz="1400" dirty="0"/>
              <a:t> </a:t>
            </a:r>
            <a:r>
              <a:rPr lang="en-ID" sz="1400" dirty="0" err="1"/>
              <a:t>waktu</a:t>
            </a:r>
            <a:r>
              <a:rPr lang="en-ID" sz="1400" dirty="0"/>
              <a:t> 3 </a:t>
            </a:r>
            <a:r>
              <a:rPr lang="en-ID" sz="1400" dirty="0" err="1"/>
              <a:t>bulan</a:t>
            </a:r>
            <a:r>
              <a:rPr lang="en-ID" sz="1400" dirty="0"/>
              <a:t>, </a:t>
            </a:r>
            <a:r>
              <a:rPr lang="en-ID" sz="1400" dirty="0" err="1"/>
              <a:t>jika</a:t>
            </a:r>
            <a:r>
              <a:rPr lang="en-ID" sz="1400" dirty="0"/>
              <a:t> </a:t>
            </a:r>
            <a:r>
              <a:rPr lang="en-ID" sz="1400" dirty="0" err="1"/>
              <a:t>tidak</a:t>
            </a:r>
            <a:r>
              <a:rPr lang="en-ID" sz="1400" dirty="0"/>
              <a:t> </a:t>
            </a:r>
            <a:r>
              <a:rPr lang="en-ID" sz="1400" dirty="0" err="1"/>
              <a:t>ada</a:t>
            </a:r>
            <a:r>
              <a:rPr lang="en-ID" sz="1400" dirty="0"/>
              <a:t> </a:t>
            </a:r>
            <a:r>
              <a:rPr lang="en-ID" sz="1400" dirty="0" err="1"/>
              <a:t>pembeli</a:t>
            </a:r>
            <a:r>
              <a:rPr lang="en-ID" sz="1400" dirty="0"/>
              <a:t> juga </a:t>
            </a:r>
            <a:r>
              <a:rPr lang="en-ID" sz="1400" dirty="0" err="1"/>
              <a:t>maka</a:t>
            </a:r>
            <a:r>
              <a:rPr lang="en-ID" sz="1400" dirty="0"/>
              <a:t> </a:t>
            </a:r>
            <a:r>
              <a:rPr lang="en-ID" sz="1400" dirty="0" err="1"/>
              <a:t>bangunan</a:t>
            </a:r>
            <a:r>
              <a:rPr lang="en-ID" sz="1400" dirty="0"/>
              <a:t> </a:t>
            </a:r>
            <a:r>
              <a:rPr lang="en-ID" sz="1400" dirty="0" err="1"/>
              <a:t>akan</a:t>
            </a:r>
            <a:r>
              <a:rPr lang="en-ID" sz="1400" dirty="0"/>
              <a:t> </a:t>
            </a:r>
            <a:r>
              <a:rPr lang="en-ID" sz="1400" dirty="0" err="1"/>
              <a:t>dihancurkan</a:t>
            </a:r>
            <a:r>
              <a:rPr lang="en-ID" sz="1400" dirty="0"/>
              <a:t>.</a:t>
            </a:r>
          </a:p>
          <a:p>
            <a:pPr marL="0" indent="0">
              <a:buNone/>
            </a:pPr>
            <a:r>
              <a:rPr lang="en-ID" sz="1400" dirty="0"/>
              <a:t>Irene </a:t>
            </a:r>
            <a:r>
              <a:rPr lang="en-ID" sz="1400" dirty="0" err="1"/>
              <a:t>menawarkan</a:t>
            </a:r>
            <a:r>
              <a:rPr lang="en-ID" sz="1400" dirty="0"/>
              <a:t> </a:t>
            </a:r>
            <a:r>
              <a:rPr lang="en-ID" sz="1400" dirty="0" err="1"/>
              <a:t>tempat</a:t>
            </a:r>
            <a:r>
              <a:rPr lang="en-ID" sz="1400" dirty="0"/>
              <a:t> </a:t>
            </a:r>
            <a:r>
              <a:rPr lang="en-ID" sz="1400" dirty="0" err="1"/>
              <a:t>kosong</a:t>
            </a:r>
            <a:r>
              <a:rPr lang="en-ID" sz="1400" dirty="0"/>
              <a:t> </a:t>
            </a:r>
            <a:r>
              <a:rPr lang="en-ID" sz="1400" dirty="0" err="1"/>
              <a:t>dipinggir</a:t>
            </a:r>
            <a:r>
              <a:rPr lang="en-ID" sz="1400" dirty="0"/>
              <a:t> </a:t>
            </a:r>
            <a:r>
              <a:rPr lang="en-ID" sz="1400" dirty="0" err="1"/>
              <a:t>desa</a:t>
            </a:r>
            <a:r>
              <a:rPr lang="en-ID" sz="1400" dirty="0"/>
              <a:t>, </a:t>
            </a:r>
            <a:r>
              <a:rPr lang="en-ID" sz="1400" dirty="0" err="1"/>
              <a:t>namun</a:t>
            </a:r>
            <a:r>
              <a:rPr lang="en-ID" sz="1400" dirty="0"/>
              <a:t> </a:t>
            </a:r>
            <a:r>
              <a:rPr lang="en-ID" sz="1400" dirty="0" err="1"/>
              <a:t>tempatnya</a:t>
            </a:r>
            <a:r>
              <a:rPr lang="en-ID" sz="1400" dirty="0"/>
              <a:t> </a:t>
            </a:r>
            <a:r>
              <a:rPr lang="en-ID" sz="1400" dirty="0" err="1"/>
              <a:t>berhantu</a:t>
            </a:r>
            <a:r>
              <a:rPr lang="en-ID" sz="1400" dirty="0"/>
              <a:t>, </a:t>
            </a:r>
            <a:r>
              <a:rPr lang="en-ID" sz="1400" dirty="0" err="1"/>
              <a:t>gooby</a:t>
            </a:r>
            <a:r>
              <a:rPr lang="en-ID" sz="1400" dirty="0"/>
              <a:t> </a:t>
            </a:r>
            <a:r>
              <a:rPr lang="en-ID" sz="1400" dirty="0" err="1"/>
              <a:t>menawarkan</a:t>
            </a:r>
            <a:r>
              <a:rPr lang="en-ID" sz="1400" dirty="0"/>
              <a:t> </a:t>
            </a:r>
            <a:r>
              <a:rPr lang="en-ID" sz="1400" dirty="0" err="1"/>
              <a:t>untuk</a:t>
            </a:r>
            <a:r>
              <a:rPr lang="en-ID" sz="1400" dirty="0"/>
              <a:t> </a:t>
            </a:r>
            <a:r>
              <a:rPr lang="en-ID" sz="1400" dirty="0" err="1"/>
              <a:t>meminta</a:t>
            </a:r>
            <a:r>
              <a:rPr lang="en-ID" sz="1400" dirty="0"/>
              <a:t> </a:t>
            </a:r>
            <a:r>
              <a:rPr lang="en-ID" sz="1400" dirty="0" err="1"/>
              <a:t>hantu</a:t>
            </a:r>
            <a:r>
              <a:rPr lang="en-ID" sz="1400" dirty="0"/>
              <a:t> </a:t>
            </a:r>
            <a:r>
              <a:rPr lang="en-ID" sz="1400" dirty="0" err="1"/>
              <a:t>disana</a:t>
            </a:r>
            <a:r>
              <a:rPr lang="en-ID" sz="1400" dirty="0"/>
              <a:t> </a:t>
            </a:r>
            <a:r>
              <a:rPr lang="en-ID" sz="1400" dirty="0" err="1"/>
              <a:t>keluar</a:t>
            </a:r>
            <a:r>
              <a:rPr lang="en-ID" sz="1400" dirty="0"/>
              <a:t> </a:t>
            </a:r>
            <a:r>
              <a:rPr lang="en-ID" sz="1400" dirty="0" err="1"/>
              <a:t>secara</a:t>
            </a:r>
            <a:r>
              <a:rPr lang="en-ID" sz="1400" dirty="0"/>
              <a:t> </a:t>
            </a:r>
            <a:r>
              <a:rPr lang="en-ID" sz="1400" dirty="0" err="1"/>
              <a:t>baik-baik</a:t>
            </a:r>
            <a:endParaRPr lang="en-ID" sz="1400" dirty="0"/>
          </a:p>
          <a:p>
            <a:pPr marL="0" indent="0">
              <a:buNone/>
            </a:pPr>
            <a:r>
              <a:rPr lang="en-ID" sz="1400" dirty="0"/>
              <a:t>Final scene: </a:t>
            </a:r>
            <a:r>
              <a:rPr lang="en-ID" sz="1400" dirty="0" err="1"/>
              <a:t>mereka</a:t>
            </a:r>
            <a:r>
              <a:rPr lang="en-ID" sz="1400" dirty="0"/>
              <a:t> </a:t>
            </a:r>
            <a:r>
              <a:rPr lang="en-ID" sz="1400" dirty="0" err="1"/>
              <a:t>bekerja</a:t>
            </a:r>
            <a:r>
              <a:rPr lang="en-ID" sz="1400" dirty="0"/>
              <a:t> dan </a:t>
            </a:r>
            <a:r>
              <a:rPr lang="en-ID" sz="1400" dirty="0" err="1"/>
              <a:t>membenahkan</a:t>
            </a:r>
            <a:r>
              <a:rPr lang="en-ID" sz="1400" dirty="0"/>
              <a:t> </a:t>
            </a:r>
            <a:r>
              <a:rPr lang="en-ID" sz="1400" dirty="0" err="1"/>
              <a:t>bangunan</a:t>
            </a:r>
            <a:r>
              <a:rPr lang="en-ID" sz="1400" dirty="0"/>
              <a:t> </a:t>
            </a:r>
            <a:r>
              <a:rPr lang="en-ID" sz="1400" dirty="0" err="1"/>
              <a:t>kecil</a:t>
            </a:r>
            <a:r>
              <a:rPr lang="en-ID" sz="1400" dirty="0"/>
              <a:t> </a:t>
            </a:r>
            <a:r>
              <a:rPr lang="en-ID" sz="1400" dirty="0" err="1"/>
              <a:t>itu</a:t>
            </a:r>
            <a:r>
              <a:rPr lang="en-ID" sz="1400" dirty="0"/>
              <a:t> (</a:t>
            </a:r>
            <a:r>
              <a:rPr lang="en-ID" sz="1400" dirty="0" err="1"/>
              <a:t>gudang</a:t>
            </a:r>
            <a:r>
              <a:rPr lang="en-ID" sz="1400" dirty="0"/>
              <a:t> </a:t>
            </a:r>
            <a:r>
              <a:rPr lang="en-ID" sz="1400" dirty="0" err="1"/>
              <a:t>tua</a:t>
            </a:r>
            <a:r>
              <a:rPr lang="en-ID" sz="1400" dirty="0"/>
              <a:t>) sore after late convo sunset fade to black</a:t>
            </a:r>
          </a:p>
        </p:txBody>
      </p:sp>
    </p:spTree>
    <p:extLst>
      <p:ext uri="{BB962C8B-B14F-4D97-AF65-F5344CB8AC3E}">
        <p14:creationId xmlns:p14="http://schemas.microsoft.com/office/powerpoint/2010/main" val="24851362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9EB48-8ADB-4262-9572-C36D3C475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Jika trust level </a:t>
            </a:r>
            <a:r>
              <a:rPr lang="en-US" b="1" dirty="0" err="1"/>
              <a:t>rendah</a:t>
            </a:r>
            <a:r>
              <a:rPr lang="en-US" b="1" dirty="0"/>
              <a:t> </a:t>
            </a:r>
            <a:r>
              <a:rPr lang="en-US" b="1" dirty="0" err="1"/>
              <a:t>hari</a:t>
            </a:r>
            <a:r>
              <a:rPr lang="en-US" b="1" dirty="0"/>
              <a:t> ke 6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45D4B-7B4F-437F-8348-84FAB5F23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Irene </a:t>
            </a:r>
            <a:r>
              <a:rPr lang="en-US" dirty="0" err="1"/>
              <a:t>tidak</a:t>
            </a:r>
            <a:r>
              <a:rPr lang="en-US" dirty="0"/>
              <a:t> datang</a:t>
            </a:r>
          </a:p>
          <a:p>
            <a:r>
              <a:rPr lang="en-US" dirty="0" err="1"/>
              <a:t>Gooby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datang, </a:t>
            </a:r>
            <a:r>
              <a:rPr lang="en-US" dirty="0" err="1"/>
              <a:t>namun</a:t>
            </a:r>
            <a:r>
              <a:rPr lang="en-US" dirty="0"/>
              <a:t> </a:t>
            </a:r>
            <a:r>
              <a:rPr lang="en-US" dirty="0" err="1"/>
              <a:t>gooby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meninggalkan</a:t>
            </a:r>
            <a:r>
              <a:rPr lang="en-US" dirty="0"/>
              <a:t> </a:t>
            </a:r>
            <a:r>
              <a:rPr lang="en-US" dirty="0" err="1"/>
              <a:t>surat</a:t>
            </a:r>
            <a:r>
              <a:rPr lang="en-US" dirty="0"/>
              <a:t>: kalau </a:t>
            </a:r>
            <a:r>
              <a:rPr lang="en-US" dirty="0" err="1"/>
              <a:t>mau</a:t>
            </a:r>
            <a:r>
              <a:rPr lang="en-US" dirty="0"/>
              <a:t> </a:t>
            </a:r>
            <a:r>
              <a:rPr lang="en-US" dirty="0" err="1"/>
              <a:t>mencoba</a:t>
            </a:r>
            <a:r>
              <a:rPr lang="en-US" dirty="0"/>
              <a:t> lagi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gudang</a:t>
            </a:r>
            <a:r>
              <a:rPr lang="en-US" dirty="0"/>
              <a:t> </a:t>
            </a:r>
            <a:r>
              <a:rPr lang="en-US" dirty="0" err="1"/>
              <a:t>tua</a:t>
            </a:r>
            <a:r>
              <a:rPr lang="en-US" dirty="0"/>
              <a:t> </a:t>
            </a:r>
            <a:r>
              <a:rPr lang="en-US" dirty="0" err="1"/>
              <a:t>dipinggir</a:t>
            </a:r>
            <a:r>
              <a:rPr lang="en-US" dirty="0"/>
              <a:t> </a:t>
            </a:r>
            <a:r>
              <a:rPr lang="en-US" dirty="0" err="1"/>
              <a:t>kota</a:t>
            </a:r>
            <a:r>
              <a:rPr lang="en-US" dirty="0"/>
              <a:t>:</a:t>
            </a:r>
          </a:p>
          <a:p>
            <a:r>
              <a:rPr lang="en-US" dirty="0" err="1"/>
              <a:t>Gooby</a:t>
            </a:r>
            <a:r>
              <a:rPr lang="en-US" dirty="0"/>
              <a:t> dan Irene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membantu</a:t>
            </a:r>
            <a:r>
              <a:rPr lang="en-US" dirty="0"/>
              <a:t> </a:t>
            </a:r>
            <a:r>
              <a:rPr lang="en-US" dirty="0" err="1"/>
              <a:t>membersihkan</a:t>
            </a:r>
            <a:r>
              <a:rPr lang="en-US" dirty="0"/>
              <a:t> dan </a:t>
            </a:r>
            <a:r>
              <a:rPr lang="en-US" dirty="0" err="1"/>
              <a:t>membangun</a:t>
            </a:r>
            <a:r>
              <a:rPr lang="en-US" dirty="0"/>
              <a:t> </a:t>
            </a:r>
            <a:r>
              <a:rPr lang="en-US" dirty="0" err="1"/>
              <a:t>gudang</a:t>
            </a:r>
            <a:r>
              <a:rPr lang="en-US" dirty="0"/>
              <a:t> dan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pemain</a:t>
            </a:r>
            <a:r>
              <a:rPr lang="en-US" dirty="0"/>
              <a:t> sendiri yang </a:t>
            </a:r>
            <a:r>
              <a:rPr lang="en-US" dirty="0" err="1"/>
              <a:t>bekerja</a:t>
            </a:r>
            <a:endParaRPr lang="en-US" dirty="0"/>
          </a:p>
          <a:p>
            <a:r>
              <a:rPr lang="en-US" dirty="0"/>
              <a:t>Ending sore </a:t>
            </a:r>
            <a:r>
              <a:rPr lang="en-US" dirty="0" err="1"/>
              <a:t>hari</a:t>
            </a:r>
            <a:r>
              <a:rPr lang="en-US" dirty="0"/>
              <a:t> player </a:t>
            </a:r>
            <a:r>
              <a:rPr lang="en-US" dirty="0" err="1"/>
              <a:t>berdiri</a:t>
            </a:r>
            <a:r>
              <a:rPr lang="en-US" dirty="0"/>
              <a:t> sendiri sunset </a:t>
            </a:r>
            <a:r>
              <a:rPr lang="en-US" dirty="0" err="1"/>
              <a:t>lokasi</a:t>
            </a:r>
            <a:r>
              <a:rPr lang="en-US" dirty="0"/>
              <a:t> yang sama.</a:t>
            </a:r>
          </a:p>
          <a:p>
            <a:r>
              <a:rPr lang="en-US" dirty="0"/>
              <a:t>Jika salah </a:t>
            </a:r>
            <a:r>
              <a:rPr lang="en-US" dirty="0" err="1"/>
              <a:t>satu</a:t>
            </a:r>
            <a:r>
              <a:rPr lang="en-US" dirty="0"/>
              <a:t> yang </a:t>
            </a:r>
            <a:r>
              <a:rPr lang="en-US" dirty="0" err="1"/>
              <a:t>rendah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Irene atau </a:t>
            </a:r>
            <a:r>
              <a:rPr lang="en-US" dirty="0" err="1"/>
              <a:t>Gooby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meyakinkan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sama lain untuk </a:t>
            </a:r>
            <a:r>
              <a:rPr lang="en-US" dirty="0" err="1"/>
              <a:t>membantu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6568323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13197-7FC0-4F0A-9D06-E1E556C6A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Goal : Prototype success IF..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22841-1AB5-43A0-A8F0-A3A9FA2B2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Market Side Feedback from play tester: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Suka </a:t>
            </a:r>
            <a:r>
              <a:rPr lang="en-US" dirty="0" err="1"/>
              <a:t>mengatur</a:t>
            </a:r>
            <a:r>
              <a:rPr lang="en-US" dirty="0"/>
              <a:t> </a:t>
            </a:r>
            <a:r>
              <a:rPr lang="en-US" dirty="0" err="1"/>
              <a:t>produk</a:t>
            </a:r>
            <a:r>
              <a:rPr lang="en-US" dirty="0"/>
              <a:t> yang </a:t>
            </a:r>
            <a:r>
              <a:rPr lang="en-US" dirty="0" err="1"/>
              <a:t>dijual</a:t>
            </a:r>
            <a:endParaRPr lang="en-US" dirty="0"/>
          </a:p>
          <a:p>
            <a:pPr marL="514350" indent="-514350">
              <a:buFont typeface="+mj-lt"/>
              <a:buAutoNum type="alphaLcParenR"/>
            </a:pPr>
            <a:r>
              <a:rPr lang="en-US" dirty="0" err="1"/>
              <a:t>Memikirkan</a:t>
            </a:r>
            <a:r>
              <a:rPr lang="en-US" dirty="0"/>
              <a:t> stock dan </a:t>
            </a:r>
            <a:r>
              <a:rPr lang="en-US" dirty="0" err="1"/>
              <a:t>pajak</a:t>
            </a:r>
            <a:endParaRPr lang="en-US" dirty="0"/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Expand </a:t>
            </a:r>
            <a:r>
              <a:rPr lang="en-US" dirty="0" err="1"/>
              <a:t>toko</a:t>
            </a:r>
            <a:endParaRPr lang="en-US" dirty="0"/>
          </a:p>
          <a:p>
            <a:endParaRPr lang="en-ID" dirty="0"/>
          </a:p>
          <a:p>
            <a:r>
              <a:rPr lang="en-ID" dirty="0"/>
              <a:t>Story Side Feedback :</a:t>
            </a:r>
          </a:p>
          <a:p>
            <a:pPr marL="514350" indent="-514350">
              <a:buFont typeface="+mj-lt"/>
              <a:buAutoNum type="alphaLcParenR"/>
            </a:pPr>
            <a:r>
              <a:rPr lang="en-ID" dirty="0" err="1"/>
              <a:t>Kenapa</a:t>
            </a:r>
            <a:r>
              <a:rPr lang="en-ID" dirty="0"/>
              <a:t> Irene </a:t>
            </a:r>
            <a:r>
              <a:rPr lang="en-ID" dirty="0" err="1"/>
              <a:t>selalu</a:t>
            </a:r>
            <a:r>
              <a:rPr lang="en-ID" dirty="0"/>
              <a:t> </a:t>
            </a:r>
            <a:r>
              <a:rPr lang="en-ID" dirty="0" err="1"/>
              <a:t>membeli</a:t>
            </a:r>
            <a:r>
              <a:rPr lang="en-ID" dirty="0"/>
              <a:t> </a:t>
            </a:r>
            <a:r>
              <a:rPr lang="en-ID" dirty="0" err="1"/>
              <a:t>perban</a:t>
            </a:r>
            <a:endParaRPr lang="en-ID" dirty="0"/>
          </a:p>
          <a:p>
            <a:pPr marL="514350" indent="-514350">
              <a:buFont typeface="+mj-lt"/>
              <a:buAutoNum type="alphaLcParenR"/>
            </a:pPr>
            <a:r>
              <a:rPr lang="en-ID" dirty="0" err="1"/>
              <a:t>Siapa</a:t>
            </a:r>
            <a:r>
              <a:rPr lang="en-ID" dirty="0"/>
              <a:t> </a:t>
            </a:r>
            <a:r>
              <a:rPr lang="en-ID" dirty="0" err="1"/>
              <a:t>Gooby</a:t>
            </a:r>
            <a:r>
              <a:rPr lang="en-ID" dirty="0"/>
              <a:t> </a:t>
            </a:r>
            <a:r>
              <a:rPr lang="en-ID" dirty="0" err="1"/>
              <a:t>sebelum</a:t>
            </a:r>
            <a:r>
              <a:rPr lang="en-ID" dirty="0"/>
              <a:t> </a:t>
            </a:r>
            <a:r>
              <a:rPr lang="en-ID" dirty="0" err="1"/>
              <a:t>dia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hantu</a:t>
            </a:r>
            <a:endParaRPr lang="en-ID" dirty="0"/>
          </a:p>
          <a:p>
            <a:pPr marL="514350" indent="-514350">
              <a:buFont typeface="+mj-lt"/>
              <a:buAutoNum type="alphaLcParenR"/>
            </a:pPr>
            <a:r>
              <a:rPr lang="en-ID" dirty="0" err="1"/>
              <a:t>Apa</a:t>
            </a:r>
            <a:r>
              <a:rPr lang="en-ID" dirty="0"/>
              <a:t> yang </a:t>
            </a:r>
            <a:r>
              <a:rPr lang="en-ID" dirty="0" err="1"/>
              <a:t>terjadi</a:t>
            </a:r>
            <a:r>
              <a:rPr lang="en-ID" dirty="0"/>
              <a:t> pada toko </a:t>
            </a:r>
            <a:r>
              <a:rPr lang="en-ID" dirty="0" err="1"/>
              <a:t>selanjutnya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3723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1559</Words>
  <Application>Microsoft Office PowerPoint</Application>
  <PresentationFormat>Widescreen</PresentationFormat>
  <Paragraphs>232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Calibri</vt:lpstr>
      <vt:lpstr>Calibri Light</vt:lpstr>
      <vt:lpstr>Office Theme</vt:lpstr>
      <vt:lpstr>Crossroad Market* Prototype</vt:lpstr>
      <vt:lpstr>Lets make some games</vt:lpstr>
      <vt:lpstr>Apa yang kita harus jawab di Prototype</vt:lpstr>
      <vt:lpstr>Scope </vt:lpstr>
      <vt:lpstr>Core Loop (survivability store &amp; community building)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IF…</vt:lpstr>
      <vt:lpstr>Special Request</vt:lpstr>
      <vt:lpstr>Relationship and social</vt:lpstr>
      <vt:lpstr>Yang kita achieved dari trust bar</vt:lpstr>
      <vt:lpstr>Time System</vt:lpstr>
      <vt:lpstr>Personal Story System</vt:lpstr>
      <vt:lpstr>Advanced Quest</vt:lpstr>
      <vt:lpstr>Community Progression</vt:lpstr>
      <vt:lpstr>PowerPoint Presentation</vt:lpstr>
      <vt:lpstr>Prototype Scenario and Timeline</vt:lpstr>
      <vt:lpstr>PowerPoint Presentation</vt:lpstr>
      <vt:lpstr>PowerPoint Presentation</vt:lpstr>
      <vt:lpstr>Hari  1 Start</vt:lpstr>
      <vt:lpstr>PowerPoint Presentation</vt:lpstr>
      <vt:lpstr>Hari 2 Patterns</vt:lpstr>
      <vt:lpstr>PowerPoint Presentation</vt:lpstr>
      <vt:lpstr>Hari ke 3 Special Quest</vt:lpstr>
      <vt:lpstr>Hari ke 4 First Truth </vt:lpstr>
      <vt:lpstr>Hari ke 5 Advanced Event</vt:lpstr>
      <vt:lpstr>Hari ke 6 Shut Down</vt:lpstr>
      <vt:lpstr>Jika trust level rendah hari ke 6</vt:lpstr>
      <vt:lpstr>Goal : Prototype success IF..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Crossroad Market Prototype</dc:title>
  <dc:creator>Elfador Gabriel Simbolon</dc:creator>
  <cp:lastModifiedBy>Elfador Gabriel Simbolon</cp:lastModifiedBy>
  <cp:revision>237</cp:revision>
  <dcterms:created xsi:type="dcterms:W3CDTF">2026-06-21T02:53:20Z</dcterms:created>
  <dcterms:modified xsi:type="dcterms:W3CDTF">2026-06-21T07:12:54Z</dcterms:modified>
</cp:coreProperties>
</file>