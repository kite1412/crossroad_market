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 name="PlaceHolder 2"/>
          <p:cNvSpPr>
            <a:spLocks noGrp="1"/>
          </p:cNvSpPr>
          <p:nvPr>
            <p:ph type="ftr" idx="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 name="PlaceHolder 3"/>
          <p:cNvSpPr>
            <a:spLocks noGrp="1"/>
          </p:cNvSpPr>
          <p:nvPr>
            <p:ph type="sldNum" idx="3"/>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2BB78669-F22E-40DE-8104-73D13B364D99}" type="slidenum">
              <a:rPr lang="en-ID" sz="1200" b="0" u="none" strike="noStrike">
                <a:solidFill>
                  <a:schemeClr val="dk1">
                    <a:tint val="75000"/>
                  </a:schemeClr>
                </a:solidFill>
                <a:effectLst/>
                <a:uFillTx/>
                <a:latin typeface="Calibri"/>
              </a:rPr>
              <a:t>3</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9880"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n-US" sz="3200" b="0" u="none" strike="noStrike">
                <a:solidFill>
                  <a:schemeClr val="dk1"/>
                </a:solidFill>
                <a:effectLst/>
                <a:uFillTx/>
                <a:latin typeface="Calibri Light"/>
              </a:defRPr>
            </a:lvl1pPr>
          </a:lstStyle>
          <a:p>
            <a:pPr indent="0" algn="l" defTabSz="914400">
              <a:lnSpc>
                <a:spcPct val="90000"/>
              </a:lnSpc>
              <a:buNone/>
              <a:tabLst>
                <a:tab pos="0" algn="l"/>
              </a:tabLst>
            </a:pPr>
            <a:r>
              <a:rPr lang="en-US" sz="3200" b="0" u="none" strike="noStrike">
                <a:solidFill>
                  <a:schemeClr val="dk1"/>
                </a:solidFill>
                <a:effectLst/>
                <a:uFillTx/>
                <a:latin typeface="Calibri Light"/>
              </a:rPr>
              <a:t>Click to edit Master title style</a:t>
            </a:r>
            <a:endParaRPr lang="en-US" sz="3200" b="0" u="none" strike="noStrike">
              <a:solidFill>
                <a:schemeClr val="dk1"/>
              </a:solidFill>
              <a:effectLst/>
              <a:uFillTx/>
              <a:latin typeface="Calibri Light"/>
            </a:endParaRPr>
          </a:p>
        </p:txBody>
      </p:sp>
      <p:sp>
        <p:nvSpPr>
          <p:cNvPr id="6" name="PlaceHolder 2"/>
          <p:cNvSpPr>
            <a:spLocks noGrp="1"/>
          </p:cNvSpPr>
          <p:nvPr>
            <p:ph type="body"/>
          </p:nvPr>
        </p:nvSpPr>
        <p:spPr>
          <a:xfrm>
            <a:off x="5183280" y="987480"/>
            <a:ext cx="6171480" cy="4872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n-US" sz="32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n-US" sz="28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n-US" sz="24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n-US" sz="20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n-US" sz="20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7" name="PlaceHolder 3"/>
          <p:cNvSpPr>
            <a:spLocks noGrp="1"/>
          </p:cNvSpPr>
          <p:nvPr>
            <p:ph type="body"/>
          </p:nvPr>
        </p:nvSpPr>
        <p:spPr>
          <a:xfrm>
            <a:off x="839880"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n-US"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n-US" sz="1600" b="0" u="none" strike="noStrike">
                <a:solidFill>
                  <a:schemeClr val="dk1"/>
                </a:solidFill>
                <a:effectLst/>
                <a:uFillTx/>
                <a:latin typeface="Calibri"/>
              </a:rPr>
              <a:t>Click to edit Master text styles</a:t>
            </a:r>
            <a:endParaRPr lang="en-US" sz="1600" b="0" u="none" strike="noStrike">
              <a:solidFill>
                <a:schemeClr val="dk1"/>
              </a:solidFill>
              <a:effectLst/>
              <a:uFillTx/>
              <a:latin typeface="Calibri"/>
            </a:endParaRPr>
          </a:p>
        </p:txBody>
      </p:sp>
      <p:sp>
        <p:nvSpPr>
          <p:cNvPr id="8" name="PlaceHolder 4"/>
          <p:cNvSpPr>
            <a:spLocks noGrp="1"/>
          </p:cNvSpPr>
          <p:nvPr>
            <p:ph type="dt" idx="4"/>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9" name="PlaceHolder 5"/>
          <p:cNvSpPr>
            <a:spLocks noGrp="1"/>
          </p:cNvSpPr>
          <p:nvPr>
            <p:ph type="ftr" idx="5"/>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0" name="PlaceHolder 6"/>
          <p:cNvSpPr>
            <a:spLocks noGrp="1"/>
          </p:cNvSpPr>
          <p:nvPr>
            <p:ph type="sldNum" idx="6"/>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71ADAB69-9F3E-4363-93A8-1210BC6F7CD1}" type="slidenum">
              <a:rPr lang="en-ID" sz="1200" b="0" u="none" strike="noStrike">
                <a:solidFill>
                  <a:schemeClr val="dk1">
                    <a:tint val="75000"/>
                  </a:schemeClr>
                </a:solidFill>
                <a:effectLst/>
                <a:uFillTx/>
                <a:latin typeface="Calibri"/>
              </a:rPr>
              <a:t>3</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839880"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n-US" sz="3200" b="0" u="none" strike="noStrike">
                <a:solidFill>
                  <a:schemeClr val="dk1"/>
                </a:solidFill>
                <a:effectLst/>
                <a:uFillTx/>
                <a:latin typeface="Calibri Light"/>
              </a:defRPr>
            </a:lvl1pPr>
          </a:lstStyle>
          <a:p>
            <a:pPr indent="0" algn="l" defTabSz="914400">
              <a:lnSpc>
                <a:spcPct val="90000"/>
              </a:lnSpc>
              <a:buNone/>
              <a:tabLst>
                <a:tab pos="0" algn="l"/>
              </a:tabLst>
            </a:pPr>
            <a:r>
              <a:rPr lang="en-US" sz="3200" b="0" u="none" strike="noStrike">
                <a:solidFill>
                  <a:schemeClr val="dk1"/>
                </a:solidFill>
                <a:effectLst/>
                <a:uFillTx/>
                <a:latin typeface="Calibri Light"/>
              </a:rPr>
              <a:t>Click to edit Master title style</a:t>
            </a:r>
            <a:endParaRPr lang="en-US" sz="3200" b="0" u="none" strike="noStrike">
              <a:solidFill>
                <a:schemeClr val="dk1"/>
              </a:solidFill>
              <a:effectLst/>
              <a:uFillTx/>
              <a:latin typeface="Calibri Light"/>
            </a:endParaRPr>
          </a:p>
        </p:txBody>
      </p:sp>
      <p:sp>
        <p:nvSpPr>
          <p:cNvPr id="12" name="PlaceHolder 2"/>
          <p:cNvSpPr>
            <a:spLocks noGrp="1"/>
          </p:cNvSpPr>
          <p:nvPr>
            <p:ph type="body"/>
          </p:nvPr>
        </p:nvSpPr>
        <p:spPr>
          <a:xfrm>
            <a:off x="5183280" y="987480"/>
            <a:ext cx="6171480" cy="48729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7pPr>
          </a:lstStyle>
          <a:p>
            <a:pPr marL="432000" indent="-324000" algn="l" defTabSz="914400">
              <a:lnSpc>
                <a:spcPct val="90000"/>
              </a:lnSpc>
              <a:spcBef>
                <a:spcPts val="100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indent="-324000" algn="l" defTabSz="914400">
              <a:lnSpc>
                <a:spcPct val="90000"/>
              </a:lnSpc>
              <a:spcBef>
                <a:spcPts val="499"/>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indent="-288000" algn="l" defTabSz="914400">
              <a:lnSpc>
                <a:spcPct val="90000"/>
              </a:lnSpc>
              <a:spcBef>
                <a:spcPts val="499"/>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indent="-216000" algn="l" defTabSz="914400">
              <a:lnSpc>
                <a:spcPct val="90000"/>
              </a:lnSpc>
              <a:spcBef>
                <a:spcPts val="499"/>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indent="-216000" algn="l" defTabSz="914400">
              <a:lnSpc>
                <a:spcPct val="90000"/>
              </a:lnSpc>
              <a:spcBef>
                <a:spcPts val="499"/>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indent="-216000" algn="l" defTabSz="914400">
              <a:lnSpc>
                <a:spcPct val="9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indent="-216000" algn="l" defTabSz="914400">
              <a:lnSpc>
                <a:spcPct val="9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13" name="PlaceHolder 3"/>
          <p:cNvSpPr>
            <a:spLocks noGrp="1"/>
          </p:cNvSpPr>
          <p:nvPr>
            <p:ph type="body"/>
          </p:nvPr>
        </p:nvSpPr>
        <p:spPr>
          <a:xfrm>
            <a:off x="839880"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n-US"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n-US" sz="1600" b="0" u="none" strike="noStrike">
                <a:solidFill>
                  <a:schemeClr val="dk1"/>
                </a:solidFill>
                <a:effectLst/>
                <a:uFillTx/>
                <a:latin typeface="Calibri"/>
              </a:rPr>
              <a:t>Click to edit Master text styles</a:t>
            </a:r>
            <a:endParaRPr lang="en-US" sz="1600" b="0" u="none" strike="noStrike">
              <a:solidFill>
                <a:schemeClr val="dk1"/>
              </a:solidFill>
              <a:effectLst/>
              <a:uFillTx/>
              <a:latin typeface="Calibri"/>
            </a:endParaRPr>
          </a:p>
        </p:txBody>
      </p:sp>
      <p:sp>
        <p:nvSpPr>
          <p:cNvPr id="14" name="PlaceHolder 4"/>
          <p:cNvSpPr>
            <a:spLocks noGrp="1"/>
          </p:cNvSpPr>
          <p:nvPr>
            <p:ph type="dt" idx="7"/>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5" name="PlaceHolder 5"/>
          <p:cNvSpPr>
            <a:spLocks noGrp="1"/>
          </p:cNvSpPr>
          <p:nvPr>
            <p:ph type="ftr" idx="8"/>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6" name="PlaceHolder 6"/>
          <p:cNvSpPr>
            <a:spLocks noGrp="1"/>
          </p:cNvSpPr>
          <p:nvPr>
            <p:ph type="sldNum" idx="9"/>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B3B57E0D-6362-4519-8E8D-5E57CDEC4CF3}" type="slidenum">
              <a:rPr lang="en-ID" sz="1200" b="0" u="none" strike="noStrike">
                <a:solidFill>
                  <a:schemeClr val="dk1">
                    <a:tint val="75000"/>
                  </a:schemeClr>
                </a:solidFill>
                <a:effectLst/>
                <a:uFillTx/>
                <a:latin typeface="Calibri"/>
              </a:rPr>
              <a:t>3</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1523880" y="1122480"/>
            <a:ext cx="9143280" cy="2386800"/>
          </a:xfrm>
          <a:prstGeom prst="rect">
            <a:avLst/>
          </a:prstGeom>
          <a:noFill/>
          <a:ln w="0">
            <a:noFill/>
          </a:ln>
        </p:spPr>
        <p:txBody>
          <a:bodyPr lIns="91440" tIns="45720" rIns="91440" bIns="45720" anchor="b">
            <a:noAutofit/>
          </a:bodyPr>
          <a:lstStyle>
            <a:lvl1pPr indent="0" algn="ctr" defTabSz="914400">
              <a:lnSpc>
                <a:spcPct val="90000"/>
              </a:lnSpc>
              <a:buNone/>
              <a:tabLst>
                <a:tab pos="0" algn="l"/>
              </a:tabLst>
              <a:defRPr lang="en-US" sz="6000" b="0" u="none" strike="noStrike">
                <a:solidFill>
                  <a:schemeClr val="dk1"/>
                </a:solidFill>
                <a:effectLst/>
                <a:uFillTx/>
                <a:latin typeface="Calibri Light"/>
              </a:defRPr>
            </a:lvl1pPr>
          </a:lstStyle>
          <a:p>
            <a:pPr indent="0" algn="ctr" defTabSz="914400">
              <a:lnSpc>
                <a:spcPct val="90000"/>
              </a:lnSpc>
              <a:buNone/>
              <a:tabLst>
                <a:tab pos="0" algn="l"/>
              </a:tabLst>
            </a:pPr>
            <a:r>
              <a:rPr lang="en-US" sz="6000" b="0" u="none" strike="noStrike">
                <a:solidFill>
                  <a:schemeClr val="dk1"/>
                </a:solidFill>
                <a:effectLst/>
                <a:uFillTx/>
                <a:latin typeface="Calibri Light"/>
              </a:rPr>
              <a:t>Click to edit Master title style</a:t>
            </a:r>
            <a:endParaRPr lang="en-US" sz="6000" b="0" u="none" strike="noStrike">
              <a:solidFill>
                <a:schemeClr val="dk1"/>
              </a:solidFill>
              <a:effectLst/>
              <a:uFillTx/>
              <a:latin typeface="Calibri Light"/>
            </a:endParaRPr>
          </a:p>
        </p:txBody>
      </p:sp>
      <p:sp>
        <p:nvSpPr>
          <p:cNvPr id="18" name="PlaceHolder 2"/>
          <p:cNvSpPr>
            <a:spLocks noGrp="1"/>
          </p:cNvSpPr>
          <p:nvPr>
            <p:ph type="dt" idx="10"/>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9" name="PlaceHolder 3"/>
          <p:cNvSpPr>
            <a:spLocks noGrp="1"/>
          </p:cNvSpPr>
          <p:nvPr>
            <p:ph type="ftr" idx="11"/>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0" name="PlaceHolder 4"/>
          <p:cNvSpPr>
            <a:spLocks noGrp="1"/>
          </p:cNvSpPr>
          <p:nvPr>
            <p:ph type="sldNum" idx="12"/>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5B2D4DF5-FDE0-4C64-B187-A3F87A630F9B}" type="slidenum">
              <a:rPr lang="en-ID" sz="1200" b="0" u="none" strike="noStrike">
                <a:solidFill>
                  <a:schemeClr val="dk1">
                    <a:tint val="75000"/>
                  </a:schemeClr>
                </a:solidFill>
                <a:effectLst/>
                <a:uFillTx/>
                <a:latin typeface="Calibri"/>
              </a:rPr>
              <a:t>3</a:t>
            </a:fld>
            <a:endParaRPr lang="en-US" sz="1200" b="0" u="none" strike="noStrike">
              <a:solidFill>
                <a:srgbClr val="000000"/>
              </a:solidFill>
              <a:effectLst/>
              <a:uFillTx/>
              <a:latin typeface="Times New Roman"/>
            </a:endParaRPr>
          </a:p>
        </p:txBody>
      </p:sp>
      <p:sp>
        <p:nvSpPr>
          <p:cNvPr id="21"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n-U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the outline text format</a:t>
            </a:r>
            <a:endParaRPr lang="en-US" sz="2800" b="0" u="none" strike="noStrike">
              <a:solidFill>
                <a:schemeClr val="dk1"/>
              </a:solidFill>
              <a:effectLst/>
              <a:uFillTx/>
              <a:latin typeface="Calibri"/>
            </a:endParaRPr>
          </a:p>
          <a:p>
            <a:pPr marL="864000" lvl="1" indent="-324000" algn="l" defTabSz="914400">
              <a:lnSpc>
                <a:spcPct val="90000"/>
              </a:lnSpc>
              <a:spcBef>
                <a:spcPts val="499"/>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defTabSz="914400">
              <a:lnSpc>
                <a:spcPct val="90000"/>
              </a:lnSpc>
              <a:spcBef>
                <a:spcPts val="499"/>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defTabSz="914400">
              <a:lnSpc>
                <a:spcPct val="90000"/>
              </a:lnSpc>
              <a:spcBef>
                <a:spcPts val="499"/>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chemeClr val="dk1"/>
              </a:solidFill>
              <a:effectLst/>
              <a:uFillTx/>
              <a:latin typeface="Calibri"/>
            </a:endParaRPr>
          </a:p>
          <a:p>
            <a:pPr marL="2160000" lvl="4" indent="-216000" algn="l" defTabSz="914400">
              <a:lnSpc>
                <a:spcPct val="90000"/>
              </a:lnSpc>
              <a:spcBef>
                <a:spcPts val="499"/>
              </a:spcBef>
              <a:buClr>
                <a:srgbClr val="000000"/>
              </a:buClr>
              <a:buSzPct val="45000"/>
              <a:buFont typeface="Wingdings" charset="2"/>
              <a:buChar char=""/>
            </a:pPr>
            <a:r>
              <a:rPr lang="en-US" sz="1800" b="0" u="none" strike="noStrike">
                <a:solidFill>
                  <a:schemeClr val="dk1"/>
                </a:solidFill>
                <a:effectLst/>
                <a:uFillTx/>
                <a:latin typeface="Calibri"/>
              </a:rPr>
              <a:t>Fifth Outline Level</a:t>
            </a:r>
            <a:endParaRPr lang="en-US" sz="1800" b="0" u="none" strike="noStrike">
              <a:solidFill>
                <a:schemeClr val="dk1"/>
              </a:solidFill>
              <a:effectLst/>
              <a:uFillTx/>
              <a:latin typeface="Calibri"/>
            </a:endParaRP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n-US" sz="4400" b="0" u="none" strike="noStrike">
                <a:solidFill>
                  <a:schemeClr val="dk1"/>
                </a:solidFill>
                <a:effectLst/>
                <a:uFillTx/>
                <a:latin typeface="Calibri Light"/>
              </a:defRPr>
            </a:lvl1pPr>
          </a:lstStyle>
          <a:p>
            <a:pPr indent="0" algn="l" defTabSz="914400">
              <a:lnSpc>
                <a:spcPct val="90000"/>
              </a:lnSpc>
              <a:buNone/>
              <a:tabLst>
                <a:tab pos="0" algn="l"/>
              </a:tabLst>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Light"/>
            </a:endParaRPr>
          </a:p>
        </p:txBody>
      </p:sp>
      <p:sp>
        <p:nvSpPr>
          <p:cNvPr id="23" name="PlaceHolder 2"/>
          <p:cNvSpPr>
            <a:spLocks noGrp="1"/>
          </p:cNvSpPr>
          <p:nvPr>
            <p:ph type="body"/>
          </p:nvPr>
        </p:nvSpPr>
        <p:spPr>
          <a:xfrm>
            <a:off x="838080" y="1825560"/>
            <a:ext cx="10514880" cy="4350600"/>
          </a:xfrm>
          <a:prstGeom prst="rect">
            <a:avLst/>
          </a:prstGeom>
          <a:noFill/>
          <a:ln w="0">
            <a:noFill/>
          </a:ln>
        </p:spPr>
        <p:txBody>
          <a:bodyPr lIns="91440" tIns="45720" rIns="91440" bIns="45720" anchor="t" vert="eaVert">
            <a:no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4" name="PlaceHolder 3"/>
          <p:cNvSpPr>
            <a:spLocks noGrp="1"/>
          </p:cNvSpPr>
          <p:nvPr>
            <p:ph type="dt" idx="13"/>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5" name="PlaceHolder 4"/>
          <p:cNvSpPr>
            <a:spLocks noGrp="1"/>
          </p:cNvSpPr>
          <p:nvPr>
            <p:ph type="ftr" idx="14"/>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6" name="PlaceHolder 5"/>
          <p:cNvSpPr>
            <a:spLocks noGrp="1"/>
          </p:cNvSpPr>
          <p:nvPr>
            <p:ph type="sldNum" idx="15"/>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6E688487-4883-4504-91BD-8B17CCE07802}" type="slidenum">
              <a:rPr lang="en-ID"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8724960" y="365040"/>
            <a:ext cx="2628360" cy="5811120"/>
          </a:xfrm>
          <a:prstGeom prst="rect">
            <a:avLst/>
          </a:prstGeom>
          <a:noFill/>
          <a:ln w="0">
            <a:noFill/>
          </a:ln>
        </p:spPr>
        <p:txBody>
          <a:bodyPr lIns="91440" tIns="45720" rIns="91440" bIns="45720" anchor="ctr" vert="eaVert">
            <a:noAutofit/>
          </a:bodyPr>
          <a:lstStyle>
            <a:lvl1pPr indent="0" algn="l" defTabSz="914400">
              <a:lnSpc>
                <a:spcPct val="90000"/>
              </a:lnSpc>
              <a:buNone/>
              <a:tabLst>
                <a:tab pos="0" algn="l"/>
              </a:tabLst>
              <a:defRPr lang="en-US" sz="4400" b="0" u="none" strike="noStrike">
                <a:solidFill>
                  <a:schemeClr val="dk1"/>
                </a:solidFill>
                <a:effectLst/>
                <a:uFillTx/>
                <a:latin typeface="Calibri Light"/>
              </a:defRPr>
            </a:lvl1pPr>
          </a:lstStyle>
          <a:p>
            <a:pPr indent="0" algn="l" defTabSz="914400">
              <a:lnSpc>
                <a:spcPct val="90000"/>
              </a:lnSpc>
              <a:buNone/>
              <a:tabLst>
                <a:tab pos="0" algn="l"/>
              </a:tabLst>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Light"/>
            </a:endParaRPr>
          </a:p>
        </p:txBody>
      </p:sp>
      <p:sp>
        <p:nvSpPr>
          <p:cNvPr id="28" name="PlaceHolder 2"/>
          <p:cNvSpPr>
            <a:spLocks noGrp="1"/>
          </p:cNvSpPr>
          <p:nvPr>
            <p:ph type="body"/>
          </p:nvPr>
        </p:nvSpPr>
        <p:spPr>
          <a:xfrm>
            <a:off x="838080" y="365040"/>
            <a:ext cx="7733520" cy="5811120"/>
          </a:xfrm>
          <a:prstGeom prst="rect">
            <a:avLst/>
          </a:prstGeom>
          <a:noFill/>
          <a:ln w="0">
            <a:noFill/>
          </a:ln>
        </p:spPr>
        <p:txBody>
          <a:bodyPr lIns="91440" tIns="45720" rIns="91440" bIns="45720" anchor="t" vert="eaVert">
            <a:no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3"/>
          <p:cNvSpPr>
            <a:spLocks noGrp="1"/>
          </p:cNvSpPr>
          <p:nvPr>
            <p:ph type="dt" idx="16"/>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4"/>
          <p:cNvSpPr>
            <a:spLocks noGrp="1"/>
          </p:cNvSpPr>
          <p:nvPr>
            <p:ph type="ftr" idx="17"/>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5"/>
          <p:cNvSpPr>
            <a:spLocks noGrp="1"/>
          </p:cNvSpPr>
          <p:nvPr>
            <p:ph type="sldNum" idx="18"/>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6477A784-6E24-4B37-91F6-5E2890BF5B0C}" type="slidenum">
              <a:rPr lang="en-ID"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n-US" sz="4400" b="0" u="none" strike="noStrike">
                <a:solidFill>
                  <a:schemeClr val="dk1"/>
                </a:solidFill>
                <a:effectLst/>
                <a:uFillTx/>
                <a:latin typeface="Calibri Light"/>
              </a:defRPr>
            </a:lvl1pPr>
          </a:lstStyle>
          <a:p>
            <a:pPr indent="0" algn="l" defTabSz="914400">
              <a:lnSpc>
                <a:spcPct val="90000"/>
              </a:lnSpc>
              <a:buNone/>
              <a:tabLst>
                <a:tab pos="0" algn="l"/>
              </a:tabLst>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Light"/>
            </a:endParaRPr>
          </a:p>
        </p:txBody>
      </p:sp>
      <p:sp>
        <p:nvSpPr>
          <p:cNvPr id="33" name="PlaceHolder 2"/>
          <p:cNvSpPr>
            <a:spLocks noGrp="1"/>
          </p:cNvSpPr>
          <p:nvPr>
            <p:ph type="body"/>
          </p:nvPr>
        </p:nvSpPr>
        <p:spPr>
          <a:xfrm>
            <a:off x="838080" y="1825560"/>
            <a:ext cx="1051488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34" name="PlaceHolder 3"/>
          <p:cNvSpPr>
            <a:spLocks noGrp="1"/>
          </p:cNvSpPr>
          <p:nvPr>
            <p:ph type="dt" idx="19"/>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5" name="PlaceHolder 4"/>
          <p:cNvSpPr>
            <a:spLocks noGrp="1"/>
          </p:cNvSpPr>
          <p:nvPr>
            <p:ph type="ftr" idx="20"/>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6" name="PlaceHolder 5"/>
          <p:cNvSpPr>
            <a:spLocks noGrp="1"/>
          </p:cNvSpPr>
          <p:nvPr>
            <p:ph type="sldNum" idx="21"/>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9ED38290-534C-471E-99DB-331F6D69664D}" type="slidenum">
              <a:rPr lang="en-ID"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1960" y="1709640"/>
            <a:ext cx="10514880" cy="285192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n-US" sz="6000" b="0" u="none" strike="noStrike">
                <a:solidFill>
                  <a:schemeClr val="dk1"/>
                </a:solidFill>
                <a:effectLst/>
                <a:uFillTx/>
                <a:latin typeface="Calibri Light"/>
              </a:defRPr>
            </a:lvl1pPr>
          </a:lstStyle>
          <a:p>
            <a:pPr indent="0" algn="l" defTabSz="914400">
              <a:lnSpc>
                <a:spcPct val="90000"/>
              </a:lnSpc>
              <a:buNone/>
              <a:tabLst>
                <a:tab pos="0" algn="l"/>
              </a:tabLst>
            </a:pPr>
            <a:r>
              <a:rPr lang="en-US" sz="6000" b="0" u="none" strike="noStrike">
                <a:solidFill>
                  <a:schemeClr val="dk1"/>
                </a:solidFill>
                <a:effectLst/>
                <a:uFillTx/>
                <a:latin typeface="Calibri Light"/>
              </a:rPr>
              <a:t>Click to edit Master title style</a:t>
            </a:r>
            <a:endParaRPr lang="en-US" sz="6000" b="0" u="none" strike="noStrike">
              <a:solidFill>
                <a:schemeClr val="dk1"/>
              </a:solidFill>
              <a:effectLst/>
              <a:uFillTx/>
              <a:latin typeface="Calibri Light"/>
            </a:endParaRPr>
          </a:p>
        </p:txBody>
      </p:sp>
      <p:sp>
        <p:nvSpPr>
          <p:cNvPr id="38" name="PlaceHolder 2"/>
          <p:cNvSpPr>
            <a:spLocks noGrp="1"/>
          </p:cNvSpPr>
          <p:nvPr>
            <p:ph type="body"/>
          </p:nvPr>
        </p:nvSpPr>
        <p:spPr>
          <a:xfrm>
            <a:off x="831960" y="4589640"/>
            <a:ext cx="10514880" cy="149940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n-US" sz="2400" b="0" u="none" strike="noStrike">
                <a:solidFill>
                  <a:schemeClr val="dk1">
                    <a:tint val="75000"/>
                  </a:schemeClr>
                </a:solidFill>
                <a:effectLst/>
                <a:uFillTx/>
                <a:latin typeface="Calibri"/>
              </a:defRPr>
            </a:lvl1pPr>
          </a:lstStyle>
          <a:p>
            <a:pPr indent="0" algn="l" defTabSz="914400">
              <a:lnSpc>
                <a:spcPct val="90000"/>
              </a:lnSpc>
              <a:spcBef>
                <a:spcPts val="1001"/>
              </a:spcBef>
              <a:buNone/>
              <a:tabLst>
                <a:tab pos="0" algn="l"/>
              </a:tabLst>
            </a:pPr>
            <a:r>
              <a:rPr lang="en-US" sz="2400" b="0" u="none" strike="noStrike">
                <a:solidFill>
                  <a:schemeClr val="dk1">
                    <a:tint val="75000"/>
                  </a:schemeClr>
                </a:solidFill>
                <a:effectLst/>
                <a:uFillTx/>
                <a:latin typeface="Calibri"/>
              </a:rPr>
              <a:t>Click to edit Master text styles</a:t>
            </a:r>
            <a:endParaRPr lang="en-US" sz="2400" b="0" u="none" strike="noStrike">
              <a:solidFill>
                <a:schemeClr val="dk1">
                  <a:tint val="75000"/>
                </a:schemeClr>
              </a:solidFill>
              <a:effectLst/>
              <a:uFillTx/>
              <a:latin typeface="Calibri"/>
            </a:endParaRPr>
          </a:p>
        </p:txBody>
      </p:sp>
      <p:sp>
        <p:nvSpPr>
          <p:cNvPr id="39" name="PlaceHolder 3"/>
          <p:cNvSpPr>
            <a:spLocks noGrp="1"/>
          </p:cNvSpPr>
          <p:nvPr>
            <p:ph type="dt" idx="22"/>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0" name="PlaceHolder 4"/>
          <p:cNvSpPr>
            <a:spLocks noGrp="1"/>
          </p:cNvSpPr>
          <p:nvPr>
            <p:ph type="ftr" idx="23"/>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1" name="PlaceHolder 5"/>
          <p:cNvSpPr>
            <a:spLocks noGrp="1"/>
          </p:cNvSpPr>
          <p:nvPr>
            <p:ph type="sldNum" idx="24"/>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DE903068-FD37-4FA1-9CE7-01B2877710C3}" type="slidenum">
              <a:rPr lang="en-ID"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n-US" sz="4400" b="0" u="none" strike="noStrike">
                <a:solidFill>
                  <a:schemeClr val="dk1"/>
                </a:solidFill>
                <a:effectLst/>
                <a:uFillTx/>
                <a:latin typeface="Calibri Light"/>
              </a:defRPr>
            </a:lvl1pPr>
          </a:lstStyle>
          <a:p>
            <a:pPr indent="0" algn="l" defTabSz="914400">
              <a:lnSpc>
                <a:spcPct val="90000"/>
              </a:lnSpc>
              <a:buNone/>
              <a:tabLst>
                <a:tab pos="0" algn="l"/>
              </a:tabLst>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Light"/>
            </a:endParaRPr>
          </a:p>
        </p:txBody>
      </p:sp>
      <p:sp>
        <p:nvSpPr>
          <p:cNvPr id="43" name="PlaceHolder 2"/>
          <p:cNvSpPr>
            <a:spLocks noGrp="1"/>
          </p:cNvSpPr>
          <p:nvPr>
            <p:ph type="body"/>
          </p:nvPr>
        </p:nvSpPr>
        <p:spPr>
          <a:xfrm>
            <a:off x="83808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44" name="PlaceHolder 3"/>
          <p:cNvSpPr>
            <a:spLocks noGrp="1"/>
          </p:cNvSpPr>
          <p:nvPr>
            <p:ph type="body"/>
          </p:nvPr>
        </p:nvSpPr>
        <p:spPr>
          <a:xfrm>
            <a:off x="617220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n-U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45" name="PlaceHolder 4"/>
          <p:cNvSpPr>
            <a:spLocks noGrp="1"/>
          </p:cNvSpPr>
          <p:nvPr>
            <p:ph type="dt" idx="25"/>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6" name="PlaceHolder 5"/>
          <p:cNvSpPr>
            <a:spLocks noGrp="1"/>
          </p:cNvSpPr>
          <p:nvPr>
            <p:ph type="ftr" idx="26"/>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7" name="PlaceHolder 6"/>
          <p:cNvSpPr>
            <a:spLocks noGrp="1"/>
          </p:cNvSpPr>
          <p:nvPr>
            <p:ph type="sldNum" idx="27"/>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CB27675E-0901-43FF-8091-A58FA1453834}" type="slidenum">
              <a:rPr lang="en-ID"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8398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n-US" sz="4400" b="0" u="none" strike="noStrike">
                <a:solidFill>
                  <a:schemeClr val="dk1"/>
                </a:solidFill>
                <a:effectLst/>
                <a:uFillTx/>
                <a:latin typeface="Calibri Light"/>
              </a:defRPr>
            </a:lvl1pPr>
          </a:lstStyle>
          <a:p>
            <a:pPr indent="0" algn="l" defTabSz="914400">
              <a:lnSpc>
                <a:spcPct val="90000"/>
              </a:lnSpc>
              <a:buNone/>
              <a:tabLst>
                <a:tab pos="0" algn="l"/>
              </a:tabLst>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Light"/>
            </a:endParaRPr>
          </a:p>
        </p:txBody>
      </p:sp>
      <p:sp>
        <p:nvSpPr>
          <p:cNvPr id="49" name="PlaceHolder 2"/>
          <p:cNvSpPr>
            <a:spLocks noGrp="1"/>
          </p:cNvSpPr>
          <p:nvPr>
            <p:ph type="body"/>
          </p:nvPr>
        </p:nvSpPr>
        <p:spPr>
          <a:xfrm>
            <a:off x="839880" y="1681200"/>
            <a:ext cx="515700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en-US"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0" name="PlaceHolder 3"/>
          <p:cNvSpPr>
            <a:spLocks noGrp="1"/>
          </p:cNvSpPr>
          <p:nvPr>
            <p:ph type="body"/>
          </p:nvPr>
        </p:nvSpPr>
        <p:spPr>
          <a:xfrm>
            <a:off x="839880" y="2505240"/>
            <a:ext cx="515700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en-U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51" name="PlaceHolder 4"/>
          <p:cNvSpPr>
            <a:spLocks noGrp="1"/>
          </p:cNvSpPr>
          <p:nvPr>
            <p:ph type="body"/>
          </p:nvPr>
        </p:nvSpPr>
        <p:spPr>
          <a:xfrm>
            <a:off x="6172200" y="1681200"/>
            <a:ext cx="518256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en-US"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2" name="PlaceHolder 5"/>
          <p:cNvSpPr>
            <a:spLocks noGrp="1"/>
          </p:cNvSpPr>
          <p:nvPr>
            <p:ph type="body"/>
          </p:nvPr>
        </p:nvSpPr>
        <p:spPr>
          <a:xfrm>
            <a:off x="6172200" y="2505240"/>
            <a:ext cx="518256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en-U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53" name="PlaceHolder 6"/>
          <p:cNvSpPr>
            <a:spLocks noGrp="1"/>
          </p:cNvSpPr>
          <p:nvPr>
            <p:ph type="dt" idx="28"/>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4" name="PlaceHolder 7"/>
          <p:cNvSpPr>
            <a:spLocks noGrp="1"/>
          </p:cNvSpPr>
          <p:nvPr>
            <p:ph type="ftr" idx="29"/>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5" name="PlaceHolder 8"/>
          <p:cNvSpPr>
            <a:spLocks noGrp="1"/>
          </p:cNvSpPr>
          <p:nvPr>
            <p:ph type="sldNum" idx="30"/>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26243912-098E-4F5E-901C-CB5875EE9800}" type="slidenum">
              <a:rPr lang="en-ID"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n-US" sz="4400" b="0" u="none" strike="noStrike">
                <a:solidFill>
                  <a:schemeClr val="dk1"/>
                </a:solidFill>
                <a:effectLst/>
                <a:uFillTx/>
                <a:latin typeface="Calibri Light"/>
              </a:defRPr>
            </a:lvl1pPr>
          </a:lstStyle>
          <a:p>
            <a:pPr indent="0" algn="l" defTabSz="914400">
              <a:lnSpc>
                <a:spcPct val="90000"/>
              </a:lnSpc>
              <a:buNone/>
              <a:tabLst>
                <a:tab pos="0" algn="l"/>
              </a:tabLst>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Light"/>
            </a:endParaRPr>
          </a:p>
        </p:txBody>
      </p:sp>
      <p:sp>
        <p:nvSpPr>
          <p:cNvPr id="57" name="PlaceHolder 2"/>
          <p:cNvSpPr>
            <a:spLocks noGrp="1"/>
          </p:cNvSpPr>
          <p:nvPr>
            <p:ph type="dt" idx="31"/>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n-ID"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8" name="PlaceHolder 3"/>
          <p:cNvSpPr>
            <a:spLocks noGrp="1"/>
          </p:cNvSpPr>
          <p:nvPr>
            <p:ph type="ftr" idx="3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9" name="PlaceHolder 4"/>
          <p:cNvSpPr>
            <a:spLocks noGrp="1"/>
          </p:cNvSpPr>
          <p:nvPr>
            <p:ph type="sldNum" idx="33"/>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ID"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C4ADD4FA-50AD-4083-85DB-F52464FA38C4}" type="slidenum">
              <a:rPr lang="en-ID"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60"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n-U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the outline text format</a:t>
            </a:r>
            <a:endParaRPr lang="en-US" sz="2800" b="0" u="none" strike="noStrike">
              <a:solidFill>
                <a:schemeClr val="dk1"/>
              </a:solidFill>
              <a:effectLst/>
              <a:uFillTx/>
              <a:latin typeface="Calibri"/>
            </a:endParaRPr>
          </a:p>
          <a:p>
            <a:pPr marL="864000" lvl="1" indent="-324000" algn="l" defTabSz="914400">
              <a:lnSpc>
                <a:spcPct val="90000"/>
              </a:lnSpc>
              <a:spcBef>
                <a:spcPts val="499"/>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defTabSz="914400">
              <a:lnSpc>
                <a:spcPct val="90000"/>
              </a:lnSpc>
              <a:spcBef>
                <a:spcPts val="499"/>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defTabSz="914400">
              <a:lnSpc>
                <a:spcPct val="90000"/>
              </a:lnSpc>
              <a:spcBef>
                <a:spcPts val="499"/>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chemeClr val="dk1"/>
              </a:solidFill>
              <a:effectLst/>
              <a:uFillTx/>
              <a:latin typeface="Calibri"/>
            </a:endParaRPr>
          </a:p>
          <a:p>
            <a:pPr marL="2160000" lvl="4" indent="-216000" algn="l" defTabSz="914400">
              <a:lnSpc>
                <a:spcPct val="90000"/>
              </a:lnSpc>
              <a:spcBef>
                <a:spcPts val="499"/>
              </a:spcBef>
              <a:buClr>
                <a:srgbClr val="000000"/>
              </a:buClr>
              <a:buSzPct val="45000"/>
              <a:buFont typeface="Wingdings" charset="2"/>
              <a:buChar char=""/>
            </a:pPr>
            <a:r>
              <a:rPr lang="en-US" sz="1800" b="0" u="none" strike="noStrike">
                <a:solidFill>
                  <a:schemeClr val="dk1"/>
                </a:solidFill>
                <a:effectLst/>
                <a:uFillTx/>
                <a:latin typeface="Calibri"/>
              </a:rPr>
              <a:t>Fifth Outline Level</a:t>
            </a:r>
            <a:endParaRPr lang="en-US" sz="1800" b="0" u="none" strike="noStrike">
              <a:solidFill>
                <a:schemeClr val="dk1"/>
              </a:solidFill>
              <a:effectLst/>
              <a:uFillTx/>
              <a:latin typeface="Calibri"/>
            </a:endParaRP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9.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 Id="rId3" Type="http://schemas.openxmlformats.org/officeDocument/2006/relationships/slideLayout" Target="../slideLayouts/slideLayout7.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7.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title"/>
          </p:nvPr>
        </p:nvSpPr>
        <p:spPr>
          <a:xfrm>
            <a:off x="1523880" y="1122480"/>
            <a:ext cx="9143280" cy="2386800"/>
          </a:xfrm>
          <a:prstGeom prst="rect">
            <a:avLst/>
          </a:prstGeom>
          <a:noFill/>
          <a:ln w="0">
            <a:noFill/>
          </a:ln>
        </p:spPr>
        <p:txBody>
          <a:bodyPr lIns="91440" tIns="45720" rIns="91440" bIns="45720" anchor="b">
            <a:noAutofit/>
          </a:bodyPr>
          <a:p>
            <a:pPr indent="0" algn="ctr" defTabSz="914400">
              <a:lnSpc>
                <a:spcPct val="90000"/>
              </a:lnSpc>
              <a:buNone/>
              <a:tabLst>
                <a:tab pos="0" algn="l"/>
              </a:tabLst>
            </a:pPr>
            <a:r>
              <a:rPr lang="en-US" sz="6000" b="1" u="none" strike="noStrike">
                <a:solidFill>
                  <a:schemeClr val="dk1"/>
                </a:solidFill>
                <a:effectLst/>
                <a:uFillTx/>
                <a:latin typeface="Calibri Light"/>
              </a:rPr>
              <a:t>Crossroad Market* </a:t>
            </a:r>
            <a:r>
              <a:rPr lang="en-US" sz="6000" b="0" u="none" strike="noStrike">
                <a:solidFill>
                  <a:schemeClr val="dk1"/>
                </a:solidFill>
                <a:effectLst/>
                <a:uFillTx/>
                <a:latin typeface="Calibri Light"/>
              </a:rPr>
              <a:t>Prototype</a:t>
            </a:r>
            <a:endParaRPr lang="en-US" sz="6000" b="0" u="none" strike="noStrike">
              <a:solidFill>
                <a:schemeClr val="dk1"/>
              </a:solidFill>
              <a:effectLst/>
              <a:uFillTx/>
              <a:latin typeface="Calibri Light"/>
            </a:endParaRPr>
          </a:p>
        </p:txBody>
      </p:sp>
      <p:sp>
        <p:nvSpPr>
          <p:cNvPr id="62" name="PlaceHolder 2"/>
          <p:cNvSpPr>
            <a:spLocks noGrp="1"/>
          </p:cNvSpPr>
          <p:nvPr>
            <p:ph type="subTitle"/>
          </p:nvPr>
        </p:nvSpPr>
        <p:spPr>
          <a:xfrm>
            <a:off x="1523880" y="3638160"/>
            <a:ext cx="9143280" cy="1654920"/>
          </a:xfrm>
          <a:prstGeom prst="rect">
            <a:avLst/>
          </a:prstGeom>
          <a:noFill/>
          <a:ln w="0">
            <a:noFill/>
          </a:ln>
        </p:spPr>
        <p:txBody>
          <a:bodyPr lIns="91440" tIns="45720" rIns="91440" bIns="45720" anchor="t">
            <a:noAutofit/>
          </a:bodyPr>
          <a:p>
            <a:pPr indent="0" algn="ctr" defTabSz="914400">
              <a:lnSpc>
                <a:spcPct val="90000"/>
              </a:lnSpc>
              <a:spcBef>
                <a:spcPts val="1001"/>
              </a:spcBef>
              <a:buNone/>
              <a:tabLst>
                <a:tab pos="0" algn="l"/>
              </a:tabLst>
            </a:pPr>
            <a:r>
              <a:rPr lang="en-US" sz="2400" b="1" u="none" strike="noStrike">
                <a:solidFill>
                  <a:schemeClr val="dk1"/>
                </a:solidFill>
                <a:effectLst/>
                <a:uFillTx/>
                <a:latin typeface="Calibri"/>
              </a:rPr>
              <a:t>*TBD</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PlaceHolder 1"/>
          <p:cNvSpPr>
            <a:spLocks noGrp="1"/>
          </p:cNvSpPr>
          <p:nvPr>
            <p:ph type="title"/>
          </p:nvPr>
        </p:nvSpPr>
        <p:spPr>
          <a:xfrm>
            <a:off x="1523880" y="1122480"/>
            <a:ext cx="9143280" cy="2386800"/>
          </a:xfrm>
          <a:prstGeom prst="rect">
            <a:avLst/>
          </a:prstGeom>
          <a:noFill/>
          <a:ln w="0">
            <a:noFill/>
          </a:ln>
        </p:spPr>
        <p:txBody>
          <a:bodyPr lIns="91440" tIns="45720" rIns="91440" bIns="45720" anchor="b">
            <a:noAutofit/>
          </a:bodyPr>
          <a:p>
            <a:pPr indent="0" algn="ctr" defTabSz="914400">
              <a:lnSpc>
                <a:spcPct val="90000"/>
              </a:lnSpc>
              <a:buNone/>
              <a:tabLst>
                <a:tab pos="0" algn="l"/>
              </a:tabLst>
            </a:pPr>
            <a:r>
              <a:rPr lang="en-US" sz="6000" b="1" u="none" strike="noStrike">
                <a:solidFill>
                  <a:schemeClr val="dk1"/>
                </a:solidFill>
                <a:effectLst/>
                <a:uFillTx/>
                <a:latin typeface="Calibri Light"/>
              </a:rPr>
              <a:t>Elevator Pitch</a:t>
            </a:r>
            <a:endParaRPr lang="en-US" sz="6000" b="1" u="none" strike="noStrike">
              <a:solidFill>
                <a:schemeClr val="dk1"/>
              </a:solidFill>
              <a:effectLst/>
              <a:uFillTx/>
              <a:latin typeface="Calibri Light"/>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Why this game exist?</a:t>
            </a:r>
            <a:endParaRPr lang="en-US" sz="4400" b="0" u="none" strike="noStrike">
              <a:solidFill>
                <a:schemeClr val="dk1"/>
              </a:solidFill>
              <a:effectLst/>
              <a:uFillTx/>
              <a:latin typeface="Calibri Light"/>
            </a:endParaRPr>
          </a:p>
        </p:txBody>
      </p:sp>
      <p:sp>
        <p:nvSpPr>
          <p:cNvPr id="65" name="PlaceHolder 2"/>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US" sz="2800" b="0" u="none" strike="noStrike">
                <a:solidFill>
                  <a:schemeClr val="dk1"/>
                </a:solidFill>
                <a:effectLst/>
                <a:uFillTx/>
                <a:latin typeface="Calibri"/>
              </a:rPr>
              <a:t>1. Apakah gameplay market cukup menarik (meskipun tidak </a:t>
            </a:r>
            <a:r>
              <a:rPr lang="en-US" sz="2800" b="0" u="none" strike="noStrike">
                <a:solidFill>
                  <a:schemeClr val="dk1"/>
                </a:solidFill>
                <a:effectLst/>
                <a:uFillTx/>
                <a:latin typeface="Calibri"/>
              </a:rPr>
              <a:t>mengikut NPC/Profit-driven)</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US" sz="2800" b="0" u="none" strike="noStrike">
                <a:solidFill>
                  <a:schemeClr val="dk1"/>
                </a:solidFill>
                <a:effectLst/>
                <a:uFillTx/>
                <a:latin typeface="Calibri"/>
              </a:rPr>
              <a:t>2. Apakah Permasalahan yang diselesaikan pada game?</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US" sz="2800" b="0" u="none" strike="noStrike">
                <a:solidFill>
                  <a:schemeClr val="dk1"/>
                </a:solidFill>
                <a:effectLst/>
                <a:uFillTx/>
                <a:latin typeface="Calibri"/>
              </a:rPr>
              <a:t>3. Alasan pembuatan game?</a:t>
            </a:r>
            <a:endParaRPr lang="en-US" sz="2800" b="0" u="none" strike="noStrike">
              <a:solidFill>
                <a:schemeClr val="dk1"/>
              </a:solidFill>
              <a:effectLst/>
              <a:uFillTx/>
              <a:latin typeface="Calibri"/>
            </a:endParaRPr>
          </a:p>
          <a:p>
            <a:pPr marL="228600"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Core Loop (survivability store &amp; community building)</a:t>
            </a:r>
            <a:endParaRPr lang="en-US" sz="4400" b="0" u="none" strike="noStrike">
              <a:solidFill>
                <a:schemeClr val="dk1"/>
              </a:solidFill>
              <a:effectLst/>
              <a:uFillTx/>
              <a:latin typeface="Calibri Light"/>
            </a:endParaRPr>
          </a:p>
        </p:txBody>
      </p:sp>
      <p:sp>
        <p:nvSpPr>
          <p:cNvPr id="67" name="PlaceHolder 2"/>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indent="0" algn="l" defTabSz="914400">
              <a:lnSpc>
                <a:spcPct val="90000"/>
              </a:lnSpc>
              <a:spcBef>
                <a:spcPts val="1001"/>
              </a:spcBef>
              <a:buNone/>
              <a:tabLst>
                <a:tab pos="0" algn="l"/>
              </a:tabLst>
            </a:pPr>
            <a:r>
              <a:rPr lang="en-US" sz="2800" b="1" u="none" strike="noStrike">
                <a:solidFill>
                  <a:schemeClr val="dk1"/>
                </a:solidFill>
                <a:effectLst/>
                <a:uFillTx/>
                <a:latin typeface="Calibri"/>
              </a:rPr>
              <a:t>Store Management :</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ID" sz="2800" b="0" u="none" strike="noStrike">
                <a:solidFill>
                  <a:schemeClr val="dk1"/>
                </a:solidFill>
                <a:effectLst/>
                <a:uFillTx/>
                <a:latin typeface="Calibri"/>
              </a:rPr>
              <a:t>Restocking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Isi ulang rak</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Barang habis </a:t>
            </a:r>
            <a:r>
              <a:rPr lang="en-US" sz="2800" b="0" u="none" strike="noStrike">
                <a:solidFill>
                  <a:schemeClr val="dk1"/>
                </a:solidFill>
                <a:effectLst/>
                <a:uFillTx/>
                <a:latin typeface="Wingdings"/>
              </a:rPr>
              <a:t></a:t>
            </a:r>
            <a:r>
              <a:rPr lang="en-US" sz="2800" b="0" u="none" strike="noStrike">
                <a:solidFill>
                  <a:schemeClr val="dk1"/>
                </a:solidFill>
                <a:effectLst/>
                <a:uFillTx/>
                <a:latin typeface="Calibri"/>
              </a:rPr>
              <a:t> Tidak bisa dijual</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US" sz="2800" b="1" u="none" strike="noStrike">
                <a:solidFill>
                  <a:schemeClr val="dk1"/>
                </a:solidFill>
                <a:effectLst/>
                <a:uFillTx/>
                <a:latin typeface="Calibri"/>
              </a:rPr>
              <a:t>Inventory ordering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Pesan barang barang untuk hari berikutnya</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Ada biaya pembelian stock</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p:nvPr>
        </p:nvSpPr>
        <p:spPr>
          <a:xfrm>
            <a:off x="838080" y="578880"/>
            <a:ext cx="10514880" cy="559728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1" u="none" strike="noStrike">
                <a:solidFill>
                  <a:schemeClr val="dk1"/>
                </a:solidFill>
                <a:effectLst/>
                <a:uFillTx/>
                <a:latin typeface="Calibri"/>
              </a:rPr>
              <a:t>Shelf Management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pPr>
            <a:r>
              <a:rPr lang="en-US" sz="2800" b="0" u="none" strike="noStrike">
                <a:solidFill>
                  <a:schemeClr val="dk1"/>
                </a:solidFill>
                <a:effectLst/>
                <a:uFillTx/>
                <a:latin typeface="Calibri"/>
              </a:rPr>
              <a:t>Slot rak terbatas</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pPr>
            <a:r>
              <a:rPr lang="en-US" sz="2800" b="0" u="none" strike="noStrike">
                <a:solidFill>
                  <a:schemeClr val="dk1"/>
                </a:solidFill>
                <a:effectLst/>
                <a:uFillTx/>
                <a:latin typeface="Calibri"/>
              </a:rPr>
              <a:t>Tidak semua produk bisa dipajang</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ID" sz="2800" b="1" u="none" strike="noStrike">
                <a:solidFill>
                  <a:schemeClr val="dk1"/>
                </a:solidFill>
                <a:effectLst/>
                <a:uFillTx/>
                <a:latin typeface="Calibri"/>
              </a:rPr>
              <a:t>Checkout</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Melayani pelanggan di kasir; scan barcode; memberikan kembalian</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ID" sz="2800" b="1" u="none" strike="noStrike">
                <a:solidFill>
                  <a:schemeClr val="dk1"/>
                </a:solidFill>
                <a:effectLst/>
                <a:uFillTx/>
                <a:latin typeface="Calibri"/>
              </a:rPr>
              <a:t>Store Expansion (1 ruang ekspansi untuk prototype)</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Rak baru</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Kategori Baru</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Meningkatkan kapasitas</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p:nvPr>
        </p:nvSpPr>
        <p:spPr>
          <a:xfrm>
            <a:off x="838080" y="729720"/>
            <a:ext cx="10514880" cy="5446440"/>
          </a:xfrm>
          <a:prstGeom prst="rect">
            <a:avLst/>
          </a:prstGeom>
          <a:noFill/>
          <a:ln w="0">
            <a:noFill/>
          </a:ln>
        </p:spPr>
        <p:txBody>
          <a:bodyPr lIns="91440" tIns="45720" rIns="91440" bIns="45720" anchor="t">
            <a:noAutofit/>
          </a:bodyPr>
          <a:p>
            <a:pPr indent="0" algn="l" defTabSz="914400">
              <a:lnSpc>
                <a:spcPct val="90000"/>
              </a:lnSpc>
              <a:spcBef>
                <a:spcPts val="1001"/>
              </a:spcBef>
              <a:buNone/>
              <a:tabLst>
                <a:tab pos="0" algn="l"/>
              </a:tabLst>
            </a:pPr>
            <a:r>
              <a:rPr lang="en-US" sz="2800" b="1" u="none" strike="noStrike">
                <a:solidFill>
                  <a:schemeClr val="dk1"/>
                </a:solidFill>
                <a:effectLst/>
                <a:uFillTx/>
                <a:latin typeface="Calibri"/>
              </a:rPr>
              <a:t>Economy system</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ID" sz="2800" b="0" u="none" strike="noStrike">
                <a:solidFill>
                  <a:schemeClr val="dk1"/>
                </a:solidFill>
                <a:effectLst/>
                <a:uFillTx/>
                <a:latin typeface="Calibri"/>
              </a:rPr>
              <a:t>Daily Revenue </a:t>
            </a:r>
            <a:r>
              <a:rPr lang="en-US" sz="2800" b="0" u="none" strike="noStrike">
                <a:solidFill>
                  <a:schemeClr val="dk1"/>
                </a:solidFill>
                <a:effectLst/>
                <a:uFillTx/>
                <a:latin typeface="Calibri"/>
              </a:rPr>
              <a:t>:</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Uang dari hasil penjualan</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US" sz="2800" b="0" u="none" strike="noStrike">
                <a:solidFill>
                  <a:schemeClr val="dk1"/>
                </a:solidFill>
                <a:effectLst/>
                <a:uFillTx/>
                <a:latin typeface="Calibri"/>
              </a:rPr>
              <a:t>Product cost :</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0" u="none" strike="noStrike">
                <a:solidFill>
                  <a:schemeClr val="dk1"/>
                </a:solidFill>
                <a:effectLst/>
                <a:uFillTx/>
                <a:latin typeface="Calibri"/>
              </a:rPr>
              <a:t>Harus membeli stock daily (untuk barang yang terjual hari itu) </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ID" sz="2800" b="0" u="none" strike="noStrike">
                <a:solidFill>
                  <a:schemeClr val="dk1"/>
                </a:solidFill>
                <a:effectLst/>
                <a:uFillTx/>
                <a:latin typeface="Calibri"/>
              </a:rPr>
              <a:t>Net Profit :</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0" u="none" strike="noStrike">
                <a:solidFill>
                  <a:schemeClr val="dk1"/>
                </a:solidFill>
                <a:effectLst/>
                <a:uFillTx/>
                <a:latin typeface="Calibri"/>
              </a:rPr>
              <a:t>Profit = Sales-Stock cost</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0" u="none" strike="noStrike">
                <a:solidFill>
                  <a:schemeClr val="dk1"/>
                </a:solidFill>
                <a:effectLst/>
                <a:uFillTx/>
                <a:latin typeface="Calibri"/>
              </a:rPr>
              <a:t> </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PlaceHolder 1"/>
          <p:cNvSpPr>
            <a:spLocks noGrp="1"/>
          </p:cNvSpPr>
          <p:nvPr>
            <p:ph/>
          </p:nvPr>
        </p:nvSpPr>
        <p:spPr>
          <a:xfrm>
            <a:off x="838080" y="637560"/>
            <a:ext cx="10514880" cy="553860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1" u="none" strike="noStrike">
                <a:solidFill>
                  <a:schemeClr val="dk1"/>
                </a:solidFill>
                <a:effectLst/>
                <a:uFillTx/>
                <a:latin typeface="Calibri"/>
              </a:rPr>
              <a:t>Daily Tax/Store Fee</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Dibayar setiap hari</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1" u="none" strike="noStrike">
                <a:solidFill>
                  <a:schemeClr val="dk1"/>
                </a:solidFill>
                <a:effectLst/>
                <a:uFillTx/>
                <a:latin typeface="Calibri"/>
              </a:rPr>
              <a:t>Tujuan :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Memberi tekanan ekonomi</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Menjadi target minimum harian </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Player memiliki objective utama lain di game (jika player tidak mengejar story atau tidak tertarik pada NPC)</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1" u="none" strike="noStrike">
                <a:solidFill>
                  <a:schemeClr val="dk1"/>
                </a:solidFill>
                <a:effectLst/>
                <a:uFillTx/>
                <a:latin typeface="Calibri"/>
              </a:rPr>
              <a:t>TIDAK</a:t>
            </a:r>
            <a:r>
              <a:rPr lang="en-ID" sz="2800" b="0" u="none" strike="noStrike">
                <a:solidFill>
                  <a:schemeClr val="dk1"/>
                </a:solidFill>
                <a:effectLst/>
                <a:uFillTx/>
                <a:latin typeface="Calibri"/>
              </a:rPr>
              <a:t> semua Pemain akan tertarik pada semua NPC, Sebagian pemain hanya akan tertarik pada Sebagian NPC tertentu saja.</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p:nvPr>
        </p:nvSpPr>
        <p:spPr>
          <a:xfrm>
            <a:off x="838080" y="687960"/>
            <a:ext cx="10514880" cy="5488200"/>
          </a:xfrm>
          <a:prstGeom prst="rect">
            <a:avLst/>
          </a:prstGeom>
          <a:noFill/>
          <a:ln w="0">
            <a:noFill/>
          </a:ln>
        </p:spPr>
        <p:txBody>
          <a:bodyPr lIns="91440" tIns="45720" rIns="91440" bIns="45720" anchor="t">
            <a:normAutofit lnSpcReduction="9999"/>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Tujuan utama harus tetap </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Player membentuk community melalui market sebagai melting pot</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Player harus memiliki dedikasi untuk tertarik pada semua/Sebagian besar NPC</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US" sz="2800" b="0" u="none" strike="noStrike">
                <a:solidFill>
                  <a:schemeClr val="dk1"/>
                </a:solidFill>
                <a:effectLst/>
                <a:uFillTx/>
                <a:latin typeface="Calibri"/>
              </a:rPr>
              <a:t>Tujuan Player untuk TIDAK tertarik pada NPC hanyalah didasarkan pada:</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Rerun purposes</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What if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Dan bukan NPC terlalu shallow, menjalankan toko lebih asik daripada berinteraksi dengan NPC</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2" name="Picture 2"/>
          <p:cNvPicPr/>
          <p:nvPr/>
        </p:nvPicPr>
        <p:blipFill>
          <a:blip r:embed="rId1"/>
          <a:stretch/>
        </p:blipFill>
        <p:spPr>
          <a:xfrm>
            <a:off x="804240" y="465120"/>
            <a:ext cx="4462560" cy="2963160"/>
          </a:xfrm>
          <a:prstGeom prst="rect">
            <a:avLst/>
          </a:prstGeom>
          <a:noFill/>
          <a:ln w="0">
            <a:noFill/>
          </a:ln>
        </p:spPr>
      </p:pic>
      <p:pic>
        <p:nvPicPr>
          <p:cNvPr id="73" name="Picture 4" descr="Undertale | 8-4 | GameStop"/>
          <p:cNvPicPr/>
          <p:nvPr/>
        </p:nvPicPr>
        <p:blipFill>
          <a:blip r:embed="rId2"/>
          <a:stretch/>
        </p:blipFill>
        <p:spPr>
          <a:xfrm>
            <a:off x="5516640" y="465120"/>
            <a:ext cx="5215320" cy="275688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4" name="Content Placeholder 5"/>
          <p:cNvPicPr/>
          <p:nvPr/>
        </p:nvPicPr>
        <p:blipFill>
          <a:blip r:embed="rId1"/>
          <a:stretch/>
        </p:blipFill>
        <p:spPr>
          <a:xfrm>
            <a:off x="376560" y="374400"/>
            <a:ext cx="5801040" cy="4350600"/>
          </a:xfrm>
          <a:prstGeom prst="rect">
            <a:avLst/>
          </a:prstGeom>
          <a:noFill/>
          <a:ln w="0">
            <a:noFill/>
          </a:ln>
        </p:spPr>
      </p:pic>
      <p:pic>
        <p:nvPicPr>
          <p:cNvPr id="75" name="Picture 10"/>
          <p:cNvPicPr/>
          <p:nvPr/>
        </p:nvPicPr>
        <p:blipFill>
          <a:blip r:embed="rId2"/>
          <a:stretch/>
        </p:blipFill>
        <p:spPr>
          <a:xfrm>
            <a:off x="6419520" y="374400"/>
            <a:ext cx="4988880" cy="374148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p:nvPr>
        </p:nvSpPr>
        <p:spPr>
          <a:xfrm>
            <a:off x="838080" y="478080"/>
            <a:ext cx="10514880" cy="5698080"/>
          </a:xfrm>
          <a:prstGeom prst="rect">
            <a:avLst/>
          </a:prstGeom>
          <a:noFill/>
          <a:ln w="0">
            <a:noFill/>
          </a:ln>
        </p:spPr>
        <p:txBody>
          <a:bodyPr lIns="91440" tIns="45720" rIns="91440" bIns="45720" anchor="t">
            <a:normAutofit lnSpcReduction="9999"/>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Late Taxes</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Hari Pertama : warning</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Hari Kedua : Penalty Fee</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Hari ketiga  : Store force to close by Valey’s Head</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1" u="none" strike="noStrike">
                <a:solidFill>
                  <a:schemeClr val="dk1"/>
                </a:solidFill>
                <a:effectLst/>
                <a:uFillTx/>
                <a:latin typeface="Calibri"/>
              </a:rPr>
              <a:t>Brainstorm idea :</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1" u="none" strike="noStrike">
                <a:solidFill>
                  <a:schemeClr val="dk1"/>
                </a:solidFill>
                <a:effectLst/>
                <a:uFillTx/>
                <a:latin typeface="Calibri"/>
              </a:rPr>
              <a:t>Hari ke 6 toko akan ditutup, jika interaksi kita bagus dengan Gooby dan Irene, mereka akan menawarkan bantuan untuk membuka toko baru. (HANYA DI PROTOTYPE)</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1" u="none" strike="noStrike">
                <a:solidFill>
                  <a:schemeClr val="dk1"/>
                </a:solidFill>
                <a:effectLst/>
                <a:uFillTx/>
                <a:latin typeface="Calibri"/>
              </a:rPr>
              <a:t>Di full game kelanjutannya akan berlangsung saat kita memulai toko kecil baru itu.</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838080" y="746640"/>
            <a:ext cx="10514880" cy="5429520"/>
          </a:xfrm>
          <a:prstGeom prst="rect">
            <a:avLst/>
          </a:prstGeom>
          <a:noFill/>
          <a:ln w="0">
            <a:noFill/>
          </a:ln>
        </p:spPr>
        <p:txBody>
          <a:bodyPr lIns="91440" tIns="45720" rIns="91440" bIns="45720" anchor="t">
            <a:noAutofit/>
          </a:bodyPr>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Demand system</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NPC memiliki kebutuhan masing-masing</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1" u="none" strike="noStrike">
                <a:solidFill>
                  <a:schemeClr val="dk1"/>
                </a:solidFill>
                <a:effectLst/>
                <a:uFillTx/>
                <a:latin typeface="Calibri"/>
              </a:rPr>
              <a:t>Irene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Bandage</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Painkiller</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Work Gloves</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1" u="none" strike="noStrike">
                <a:solidFill>
                  <a:schemeClr val="dk1"/>
                </a:solidFill>
                <a:effectLst/>
                <a:uFillTx/>
                <a:latin typeface="Calibri"/>
              </a:rPr>
              <a:t>Gooby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Phantom Ice Cream</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Spirit Water</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IF…</a:t>
            </a:r>
            <a:endParaRPr lang="en-US" sz="4400" b="0" u="none" strike="noStrike">
              <a:solidFill>
                <a:schemeClr val="dk1"/>
              </a:solidFill>
              <a:effectLst/>
              <a:uFillTx/>
              <a:latin typeface="Calibri Light"/>
            </a:endParaRPr>
          </a:p>
        </p:txBody>
      </p:sp>
      <p:sp>
        <p:nvSpPr>
          <p:cNvPr id="79" name="PlaceHolder 2"/>
          <p:cNvSpPr>
            <a:spLocks noGrp="1"/>
          </p:cNvSpPr>
          <p:nvPr>
            <p:ph/>
          </p:nvPr>
        </p:nvSpPr>
        <p:spPr>
          <a:xfrm>
            <a:off x="838080" y="1384200"/>
            <a:ext cx="10514880" cy="478368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Stock tersedia=costumer puas= satisfactions level up</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0" u="none" strike="noStrike">
                <a:solidFill>
                  <a:schemeClr val="dk1"/>
                </a:solidFill>
                <a:effectLst/>
                <a:uFillTx/>
                <a:latin typeface="Calibri"/>
              </a:rPr>
              <a:t>Stock habis dan tidak diisi berhari-hari = costumer kecewa </a:t>
            </a:r>
            <a:r>
              <a:rPr lang="en-ID" sz="2800" b="0" u="none" strike="noStrike">
                <a:solidFill>
                  <a:schemeClr val="dk1"/>
                </a:solidFill>
                <a:effectLst/>
                <a:uFillTx/>
                <a:latin typeface="Calibri"/>
              </a:rPr>
              <a:t>ringan</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p:txBody>
      </p:sp>
      <p:pic>
        <p:nvPicPr>
          <p:cNvPr id="80" name="Picture 3"/>
          <p:cNvPicPr/>
          <p:nvPr/>
        </p:nvPicPr>
        <p:blipFill>
          <a:blip r:embed="rId1"/>
          <a:stretch/>
        </p:blipFill>
        <p:spPr>
          <a:xfrm>
            <a:off x="1030680" y="1819080"/>
            <a:ext cx="3066840" cy="1780200"/>
          </a:xfrm>
          <a:prstGeom prst="rect">
            <a:avLst/>
          </a:prstGeom>
          <a:noFill/>
          <a:ln w="0">
            <a:noFill/>
          </a:ln>
        </p:spPr>
      </p:pic>
      <p:pic>
        <p:nvPicPr>
          <p:cNvPr id="81" name="Picture 4"/>
          <p:cNvPicPr/>
          <p:nvPr/>
        </p:nvPicPr>
        <p:blipFill>
          <a:blip r:embed="rId2"/>
          <a:stretch/>
        </p:blipFill>
        <p:spPr>
          <a:xfrm>
            <a:off x="1030680" y="4359240"/>
            <a:ext cx="2975760" cy="222804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Special Request</a:t>
            </a:r>
            <a:endParaRPr lang="en-US" sz="4400" b="0" u="none" strike="noStrike">
              <a:solidFill>
                <a:schemeClr val="dk1"/>
              </a:solidFill>
              <a:effectLst/>
              <a:uFillTx/>
              <a:latin typeface="Calibri Light"/>
            </a:endParaRPr>
          </a:p>
        </p:txBody>
      </p:sp>
      <p:sp>
        <p:nvSpPr>
          <p:cNvPr id="83" name="PlaceHolder 2"/>
          <p:cNvSpPr>
            <a:spLocks noGrp="1"/>
          </p:cNvSpPr>
          <p:nvPr>
            <p:ph/>
          </p:nvPr>
        </p:nvSpPr>
        <p:spPr>
          <a:xfrm>
            <a:off x="838080" y="1985040"/>
            <a:ext cx="10514880" cy="435060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Jika stock habis, buka notebook/journalmu dan catat barang yang di request atau yang perlu restock</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n-ID" sz="2800" b="0" u="none" strike="noStrike">
                <a:solidFill>
                  <a:schemeClr val="dk1"/>
                </a:solidFill>
                <a:effectLst/>
                <a:uFillTx/>
                <a:latin typeface="Calibri"/>
              </a:rPr>
              <a:t>Kadang ada special request contoh untuk Irene : bawa new work gloves baru </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0" u="none" strike="noStrike">
                <a:solidFill>
                  <a:schemeClr val="dk1"/>
                </a:solidFill>
                <a:effectLst/>
                <a:uFillTx/>
                <a:latin typeface="Calibri"/>
              </a:rPr>
              <a:t>Opsi jawaban:</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ID" sz="2800" b="0" u="none" strike="noStrike">
                <a:solidFill>
                  <a:schemeClr val="dk1"/>
                </a:solidFill>
                <a:effectLst/>
                <a:uFillTx/>
                <a:latin typeface="Calibri"/>
              </a:rPr>
              <a:t>Ya</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ID" sz="2800" b="0" u="none" strike="noStrike">
                <a:solidFill>
                  <a:schemeClr val="dk1"/>
                </a:solidFill>
                <a:effectLst/>
                <a:uFillTx/>
                <a:latin typeface="Calibri"/>
              </a:rPr>
              <a:t>tidak</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Relationship and social</a:t>
            </a:r>
            <a:endParaRPr lang="en-US" sz="4400" b="0" u="none" strike="noStrike">
              <a:solidFill>
                <a:schemeClr val="dk1"/>
              </a:solidFill>
              <a:effectLst/>
              <a:uFillTx/>
              <a:latin typeface="Calibri Light"/>
            </a:endParaRPr>
          </a:p>
        </p:txBody>
      </p:sp>
      <p:sp>
        <p:nvSpPr>
          <p:cNvPr id="85" name="PlaceHolder 2"/>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Trust Bar* : </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Dapat ditingkatkan melalui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Interaksi (percakapan singkat), observasi kebiasaan NPC, klik item dan yang bisa kita interaksi dan bertanya.</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Memenuhi permintaan (Request barang)</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US" sz="2800" b="0" u="none" strike="noStrike">
                <a:solidFill>
                  <a:schemeClr val="dk1"/>
                </a:solidFill>
                <a:effectLst/>
                <a:uFillTx/>
                <a:latin typeface="Calibri"/>
              </a:rPr>
              <a:t>Membantu NPC (give for free/jika direquest atau tidak)</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Yang kita achieved dari trust bar</a:t>
            </a:r>
            <a:endParaRPr lang="en-US" sz="4400" b="0" u="none" strike="noStrike">
              <a:solidFill>
                <a:schemeClr val="dk1"/>
              </a:solidFill>
              <a:effectLst/>
              <a:uFillTx/>
              <a:latin typeface="Calibri Light"/>
            </a:endParaRPr>
          </a:p>
        </p:txBody>
      </p:sp>
      <p:sp>
        <p:nvSpPr>
          <p:cNvPr id="87" name="PlaceHolder 2"/>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Dialog baru (mengenal NPC lebih dalam)</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Event baru (misal dari petani kita dapat supply buah segar yang lebih berkualitas dengan harga yang lebih murah, kita dapat unique give dari costumer yang bisa kita pakai untuk menghias toko</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n-ID" sz="2800" b="0" u="none" strike="noStrike">
                <a:solidFill>
                  <a:schemeClr val="dk1"/>
                </a:solidFill>
                <a:effectLst/>
                <a:uFillTx/>
                <a:latin typeface="Calibri"/>
              </a:rPr>
              <a:t>Advanced Quest (kita bisa explore rumah NPC dan membantu mereka dengan special quest, kita akan mendapat full support dari mereka, dan tahu siapa mereka sepenuhnya, cerita hidup dll.)</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Time System</a:t>
            </a:r>
            <a:endParaRPr lang="en-US" sz="4400" b="0" u="none" strike="noStrike">
              <a:solidFill>
                <a:schemeClr val="dk1"/>
              </a:solidFill>
              <a:effectLst/>
              <a:uFillTx/>
              <a:latin typeface="Calibri Light"/>
            </a:endParaRPr>
          </a:p>
        </p:txBody>
      </p:sp>
      <p:sp>
        <p:nvSpPr>
          <p:cNvPr id="89" name="PlaceHolder 2"/>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1 Hari In-Game = 12 menit IRL</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Pagi, Siang, Malam</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0" u="none" strike="noStrike">
                <a:solidFill>
                  <a:schemeClr val="dk1"/>
                </a:solidFill>
                <a:effectLst/>
                <a:uFillTx/>
                <a:latin typeface="Calibri"/>
              </a:rPr>
              <a:t>Waktu adalah currency</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r>
              <a:rPr lang="en-ID" sz="2800" b="0" u="none" strike="noStrike">
                <a:solidFill>
                  <a:schemeClr val="dk1"/>
                </a:solidFill>
                <a:effectLst/>
                <a:uFillTx/>
                <a:latin typeface="Calibri"/>
              </a:rPr>
              <a:t>Restock, Order, Ngobrol(interaksi), Quest</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Personal Story System</a:t>
            </a:r>
            <a:endParaRPr lang="en-US" sz="4400" b="0" u="none" strike="noStrike">
              <a:solidFill>
                <a:schemeClr val="dk1"/>
              </a:solidFill>
              <a:effectLst/>
              <a:uFillTx/>
              <a:latin typeface="Calibri Light"/>
            </a:endParaRPr>
          </a:p>
        </p:txBody>
      </p:sp>
      <p:sp>
        <p:nvSpPr>
          <p:cNvPr id="91" name="PlaceHolder 2"/>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NPC memiliki Social bar/Trust bar yang jika penuh akan membuka advance quest.</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Costumer</a:t>
            </a:r>
            <a:r>
              <a:rPr lang="en-US" sz="2800" b="0" u="none" strike="noStrike">
                <a:solidFill>
                  <a:schemeClr val="dk1"/>
                </a:solidFill>
                <a:effectLst/>
                <a:uFillTx/>
                <a:latin typeface="Wingdings"/>
              </a:rPr>
              <a:t></a:t>
            </a:r>
            <a:r>
              <a:rPr lang="en-US" sz="2800" b="0" u="none" strike="noStrike">
                <a:solidFill>
                  <a:schemeClr val="dk1"/>
                </a:solidFill>
                <a:effectLst/>
                <a:uFillTx/>
                <a:latin typeface="Calibri"/>
              </a:rPr>
              <a:t>Regular</a:t>
            </a:r>
            <a:r>
              <a:rPr lang="en-US" sz="2800" b="0" u="none" strike="noStrike">
                <a:solidFill>
                  <a:schemeClr val="dk1"/>
                </a:solidFill>
                <a:effectLst/>
                <a:uFillTx/>
                <a:latin typeface="Wingdings"/>
              </a:rPr>
              <a:t></a:t>
            </a:r>
            <a:r>
              <a:rPr lang="en-US" sz="2800" b="0" u="none" strike="noStrike">
                <a:solidFill>
                  <a:schemeClr val="dk1"/>
                </a:solidFill>
                <a:effectLst/>
                <a:uFillTx/>
                <a:latin typeface="Calibri"/>
              </a:rPr>
              <a:t>Friend</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Advanced Quest</a:t>
            </a:r>
            <a:endParaRPr lang="en-US" sz="4400" b="0" u="none" strike="noStrike">
              <a:solidFill>
                <a:schemeClr val="dk1"/>
              </a:solidFill>
              <a:effectLst/>
              <a:uFillTx/>
              <a:latin typeface="Calibri Light"/>
            </a:endParaRPr>
          </a:p>
        </p:txBody>
      </p:sp>
      <p:sp>
        <p:nvSpPr>
          <p:cNvPr id="93" name="PlaceHolder 2"/>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Contoh : Irene akan meminta kita membantunya membangun rumah anjing dan kucing peliharaannya</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Goob akan meminta kita membantunya memahat batu Nisan baru dikuburannya</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Setiap akhir advance quest kita akan mendapat special gift dari para NPC yang kita bantu</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0" u="none" strike="noStrike">
                <a:solidFill>
                  <a:schemeClr val="dk1"/>
                </a:solidFill>
                <a:effectLst/>
                <a:uFillTx/>
                <a:latin typeface="Calibri Light"/>
              </a:rPr>
              <a:t>Community Progression</a:t>
            </a:r>
            <a:endParaRPr lang="en-US" sz="4400" b="0" u="none" strike="noStrike">
              <a:solidFill>
                <a:schemeClr val="dk1"/>
              </a:solidFill>
              <a:effectLst/>
              <a:uFillTx/>
              <a:latin typeface="Calibri Light"/>
            </a:endParaRPr>
          </a:p>
        </p:txBody>
      </p:sp>
      <p:sp>
        <p:nvSpPr>
          <p:cNvPr id="95" name="PlaceHolder 2"/>
          <p:cNvSpPr>
            <a:spLocks noGrp="1"/>
          </p:cNvSpPr>
          <p:nvPr>
            <p:ph/>
          </p:nvPr>
        </p:nvSpPr>
        <p:spPr>
          <a:xfrm>
            <a:off x="838080" y="1825560"/>
            <a:ext cx="10514880" cy="4350600"/>
          </a:xfrm>
          <a:prstGeom prst="rect">
            <a:avLst/>
          </a:prstGeom>
          <a:noFill/>
          <a:ln w="0">
            <a:noFill/>
          </a:ln>
        </p:spPr>
        <p:txBody>
          <a:bodyPr lIns="91440" tIns="45720" rIns="91440" bIns="45720" anchor="t">
            <a:noAutofit/>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Semakin kita terpercaya di valey, kita akan melihat hantu, manusia, dan monster datang diwaktu yang sama dan saling berinteraksi satu sama lainnya.</a:t>
            </a: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Dalam konsep waktu kita hanya melihat manusia datang pagi dan siang, sore ke malam akan dipenuhi oleh monster dan hantu, namun Ketika komunitas sudah diperbaiki, kita bisa melihat hantu datang pagi hari, manusia membantu vampire datang ke toko di siang hari dengan mengunakan payung, manusia tidak takut keluar di malam hari</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p:nvPr>
        </p:nvSpPr>
        <p:spPr>
          <a:xfrm>
            <a:off x="838080" y="302040"/>
            <a:ext cx="10514880" cy="5874120"/>
          </a:xfrm>
          <a:prstGeom prst="rect">
            <a:avLst/>
          </a:prstGeom>
          <a:noFill/>
          <a:ln w="0">
            <a:noFill/>
          </a:ln>
        </p:spPr>
        <p:txBody>
          <a:bodyPr lIns="91440" tIns="45720" rIns="91440" bIns="45720" anchor="t">
            <a:noAutofit/>
          </a:bodyPr>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US" sz="2800" b="0" u="none" strike="noStrike">
                <a:solidFill>
                  <a:schemeClr val="dk1"/>
                </a:solidFill>
                <a:effectLst/>
                <a:uFillTx/>
                <a:latin typeface="Calibri"/>
              </a:rPr>
              <a:t>Contoh benefit lain dari trust bar adalah special quest, contoh kita membutuhkan bantuan hantu untuk menembus tembok ke toko nenek yang disita dan membantu kita melocate barang yang perlu kita ambil (example heist mission)</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n-US" sz="4400" b="1" u="none" strike="noStrike">
                <a:solidFill>
                  <a:schemeClr val="dk1"/>
                </a:solidFill>
                <a:effectLst/>
                <a:uFillTx/>
                <a:latin typeface="Calibri Light"/>
              </a:rPr>
              <a:t>Goal : Prototype success IF..</a:t>
            </a:r>
            <a:endParaRPr lang="en-US" sz="4400" b="0" u="none" strike="noStrike">
              <a:solidFill>
                <a:schemeClr val="dk1"/>
              </a:solidFill>
              <a:effectLst/>
              <a:uFillTx/>
              <a:latin typeface="Calibri Light"/>
            </a:endParaRPr>
          </a:p>
        </p:txBody>
      </p:sp>
      <p:sp>
        <p:nvSpPr>
          <p:cNvPr id="98" name="PlaceHolder 2"/>
          <p:cNvSpPr>
            <a:spLocks noGrp="1"/>
          </p:cNvSpPr>
          <p:nvPr>
            <p:ph/>
          </p:nvPr>
        </p:nvSpPr>
        <p:spPr>
          <a:xfrm>
            <a:off x="838080" y="1825560"/>
            <a:ext cx="10514880" cy="4350600"/>
          </a:xfrm>
          <a:prstGeom prst="rect">
            <a:avLst/>
          </a:prstGeom>
          <a:noFill/>
          <a:ln w="0">
            <a:noFill/>
          </a:ln>
        </p:spPr>
        <p:txBody>
          <a:bodyPr lIns="91440" tIns="45720" rIns="91440" bIns="45720" anchor="t">
            <a:normAutofit lnSpcReduction="9999"/>
          </a:bodyPr>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Market Side Feedback from play tester:</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pPr>
            <a:r>
              <a:rPr lang="en-US" sz="2800" b="0" u="none" strike="noStrike">
                <a:solidFill>
                  <a:schemeClr val="dk1"/>
                </a:solidFill>
                <a:effectLst/>
                <a:uFillTx/>
                <a:latin typeface="Calibri"/>
              </a:rPr>
              <a:t>Suka mengatur produk yang dijual</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pPr>
            <a:r>
              <a:rPr lang="en-US" sz="2800" b="0" u="none" strike="noStrike">
                <a:solidFill>
                  <a:schemeClr val="dk1"/>
                </a:solidFill>
                <a:effectLst/>
                <a:uFillTx/>
                <a:latin typeface="Calibri"/>
              </a:rPr>
              <a:t>Memikirkan stock dan pajak</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pPr>
            <a:r>
              <a:rPr lang="en-US" sz="2800" b="0" u="none" strike="noStrike">
                <a:solidFill>
                  <a:schemeClr val="dk1"/>
                </a:solidFill>
                <a:effectLst/>
                <a:uFillTx/>
                <a:latin typeface="Calibri"/>
              </a:rPr>
              <a:t>Expand toko</a:t>
            </a:r>
            <a:endParaRPr lang="en-US" sz="2800" b="0" u="none" strike="noStrike">
              <a:solidFill>
                <a:schemeClr val="dk1"/>
              </a:solidFill>
              <a:effectLst/>
              <a:uFillTx/>
              <a:latin typeface="Calibri"/>
            </a:endParaRPr>
          </a:p>
          <a:p>
            <a:pPr indent="0" algn="l" defTabSz="914400">
              <a:lnSpc>
                <a:spcPct val="90000"/>
              </a:lnSpc>
              <a:spcBef>
                <a:spcPts val="1001"/>
              </a:spcBef>
              <a:buNone/>
              <a:tabLst>
                <a:tab pos="0" algn="l"/>
              </a:tabLst>
            </a:pPr>
            <a:endParaRPr lang="en-U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tabLst>
                <a:tab pos="0" algn="l"/>
              </a:tabLst>
            </a:pPr>
            <a:r>
              <a:rPr lang="en-ID" sz="2800" b="0" u="none" strike="noStrike">
                <a:solidFill>
                  <a:schemeClr val="dk1"/>
                </a:solidFill>
                <a:effectLst/>
                <a:uFillTx/>
                <a:latin typeface="Calibri"/>
              </a:rPr>
              <a:t>Story Side Feedback :</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Kenapa Irene selalu membeli perban</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Siapa Gooby sebelum dia menjadi hantu</a:t>
            </a:r>
            <a:endParaRPr lang="en-US" sz="2800" b="0" u="none" strike="noStrike">
              <a:solidFill>
                <a:schemeClr val="dk1"/>
              </a:solidFill>
              <a:effectLst/>
              <a:uFillTx/>
              <a:latin typeface="Calibri"/>
            </a:endParaRPr>
          </a:p>
          <a:p>
            <a:pPr marL="514440" indent="-514440" algn="l" defTabSz="914400">
              <a:lnSpc>
                <a:spcPct val="90000"/>
              </a:lnSpc>
              <a:spcBef>
                <a:spcPts val="1001"/>
              </a:spcBef>
              <a:buClr>
                <a:srgbClr val="000000"/>
              </a:buClr>
              <a:buFont typeface="Calibri Light"/>
              <a:buAutoNum type="alphaLcParenR"/>
              <a:tabLst>
                <a:tab pos="0" algn="l"/>
              </a:tabLst>
            </a:pPr>
            <a:r>
              <a:rPr lang="en-ID" sz="2800" b="0" u="none" strike="noStrike">
                <a:solidFill>
                  <a:schemeClr val="dk1"/>
                </a:solidFill>
                <a:effectLst/>
                <a:uFillTx/>
                <a:latin typeface="Calibri"/>
              </a:rPr>
              <a:t>Apa yang terjadi pada toko selanjutnya</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452</TotalTime>
  <Application>LibreOffice/26.2.4.2$Linux_X86_64 LibreOffice_project/620$Build-2</Application>
  <AppVersion>15.0000</AppVersion>
  <Words>1559</Words>
  <Paragraphs>232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2026-06-21T02:53:20Z</dcterms:created>
  <dc:creator>Elfador Gabriel Simbolon</dc:creator>
  <dc:description/>
  <dc:language>en-US</dc:language>
  <cp:lastModifiedBy/>
  <dcterms:modified xsi:type="dcterms:W3CDTF">2026-07-22T18:05:14Z</dcterms:modified>
  <cp:revision>240</cp:revision>
  <dc:subject/>
  <dc:title>Crossroad Market Prototype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35</vt:i4>
  </property>
</Properties>
</file>